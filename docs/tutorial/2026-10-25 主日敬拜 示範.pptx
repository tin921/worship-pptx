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Default Extension="fntdata" ContentType="application/x-fontdata"/>
</Types>
</file>

<file path=_rels/.rels>&#65279;<?xml version="1.0" encoding="utf-8" standalone="yes"?>
<Relationships xmlns="http://schemas.openxmlformats.org/package/2006/relationships">
  <Relationship Id="rId1" Type="http://schemas.openxmlformats.org/officeDocument/2006/relationships/officeDocument" Target="ppt/presentation.xml" />
  <Relationship Id="rId2" Type="http://schemas.openxmlformats.org/package/2006/relationships/metadata/core-properties" Target="docProps/core.xml" />
  <Relationship Id="rId3" Type="http://schemas.openxmlformats.org/officeDocument/2006/relationships/extended-properties" Target="docProps/app.xml" />
</Relationships>
</file>

<file path=ppt/presentation.xml><?xml version="1.0" encoding="utf-8"?>
<presentation xmlns:a="http://schemas.openxmlformats.org/drawingml/2006/main" xmlns:r="http://schemas.openxmlformats.org/officeDocument/2006/relationships" xmlns="http://schemas.openxmlformats.org/presentationml/2006/main" embedTrueTypeFonts="1" saveSubsetFonts="0">
  <sldMasterIdLst>
    <sldMasterId id="2147483648" r:id="rIdMaster"/>
  </sldMasterIdLst>
  <sldIdLst>
    <sldId id="256" r:id="rId1"/>
    <sldId id="257" r:id="rId2"/>
    <sldId id="258" r:id="rId3"/>
    <sldId id="259" r:id="rId4"/>
    <sldId id="260" r:id="rId5"/>
    <sldId id="261" r:id="rId6"/>
    <sldId id="262" r:id="rId7"/>
    <sldId id="263" r:id="rId8"/>
    <sldId id="264" r:id="rId9"/>
    <sldId id="265" r:id="rId10"/>
    <sldId id="266" r:id="rId11"/>
    <sldId id="267" r:id="rId12"/>
    <sldId id="268" r:id="rId13"/>
    <sldId id="269" r:id="rId14"/>
    <sldId id="270" r:id="rId15"/>
    <sldId id="271" r:id="rId16"/>
  </sldIdLst>
  <sldSz cx="12192000" cy="6858000" type="screen16x9"/>
  <notesSz cx="6858000" cy="9144000"/>
  <embeddedFontLst>
    <embeddedFont>
      <font typeface="Noto Sans CJK HK"/>
      <regular r:id="rIdFont1"/>
    </embeddedFont>
  </embeddedFontLst>
  <defaultTextStyle/>
</presentation>
</file>

<file path=ppt/_rels/presentation.xml.rels>&#65279;<?xml version="1.0" encoding="utf-8" standalone="yes"?>
<Relationships xmlns="http://schemas.openxmlformats.org/package/2006/relationships">
  <Relationship Id="rIdMaster" Type="http://schemas.openxmlformats.org/officeDocument/2006/relationships/slideMaster" Target="slideMasters/slideMaster1.xml" />
  <Relationship Id="rId1" Type="http://schemas.openxmlformats.org/officeDocument/2006/relationships/slide" Target="slides/slide1.xml" />
  <Relationship Id="rId2" Type="http://schemas.openxmlformats.org/officeDocument/2006/relationships/slide" Target="slides/slide2.xml" />
  <Relationship Id="rId3" Type="http://schemas.openxmlformats.org/officeDocument/2006/relationships/slide" Target="slides/slide3.xml" />
  <Relationship Id="rId4" Type="http://schemas.openxmlformats.org/officeDocument/2006/relationships/slide" Target="slides/slide4.xml" />
  <Relationship Id="rId5" Type="http://schemas.openxmlformats.org/officeDocument/2006/relationships/slide" Target="slides/slide5.xml" />
  <Relationship Id="rId6" Type="http://schemas.openxmlformats.org/officeDocument/2006/relationships/slide" Target="slides/slide6.xml" />
  <Relationship Id="rId7" Type="http://schemas.openxmlformats.org/officeDocument/2006/relationships/slide" Target="slides/slide7.xml" />
  <Relationship Id="rId8" Type="http://schemas.openxmlformats.org/officeDocument/2006/relationships/slide" Target="slides/slide8.xml" />
  <Relationship Id="rId9" Type="http://schemas.openxmlformats.org/officeDocument/2006/relationships/slide" Target="slides/slide9.xml" />
  <Relationship Id="rId10" Type="http://schemas.openxmlformats.org/officeDocument/2006/relationships/slide" Target="slides/slide10.xml" />
  <Relationship Id="rId11" Type="http://schemas.openxmlformats.org/officeDocument/2006/relationships/slide" Target="slides/slide11.xml" />
  <Relationship Id="rId12" Type="http://schemas.openxmlformats.org/officeDocument/2006/relationships/slide" Target="slides/slide12.xml" />
  <Relationship Id="rId13" Type="http://schemas.openxmlformats.org/officeDocument/2006/relationships/slide" Target="slides/slide13.xml" />
  <Relationship Id="rId14" Type="http://schemas.openxmlformats.org/officeDocument/2006/relationships/slide" Target="slides/slide14.xml" />
  <Relationship Id="rId15" Type="http://schemas.openxmlformats.org/officeDocument/2006/relationships/slide" Target="slides/slide15.xml" />
  <Relationship Id="rId16" Type="http://schemas.openxmlformats.org/officeDocument/2006/relationships/slide" Target="slides/slide16.xml" />
  <Relationship Id="rIdFont1" Type="http://schemas.openxmlformats.org/officeDocument/2006/relationships/font" Target="fonts/font1.fntdata" />
</Relationships>
</file>

<file path=ppt/slideLayouts/_rels/slideLayout1.xml.rels>&#65279;<?xml version="1.0" encoding="utf-8" standalone="yes"?>
<Relationships xmlns="http://schemas.openxmlformats.org/package/2006/relationships">
  <Relationship Id="rIdMaster" Type="http://schemas.openxmlformats.org/officeDocument/2006/relationships/slideMaster" Target="../slideMasters/slideMaster1.xml" />
</Relationships>
</file>

<file path=ppt/slideLayouts/slideLayout1.xml><?xml version="1.0" encoding="utf-8"?>
<sldLayout xmlns:a="http://schemas.openxmlformats.org/drawingml/2006/main" xmlns="http://schemas.openxmlformats.org/presentationml/2006/main" type="blank" preserve="1">
  <cSld name="Blank">
    <spTree>
      <nvGrpSpPr>
        <cNvPr id="1" name=""/>
        <cNvGrpSpPr/>
        <nvPr/>
      </nvGrpSpPr>
      <grpSpPr>
        <a:xfrm>
          <a:off x="0" y="0"/>
          <a:ext cx="0" cy="0"/>
          <a:chOff x="0" y="0"/>
          <a:chExt cx="0" cy="0"/>
        </a:xfrm>
      </grpSpPr>
    </spTree>
  </cSld>
  <clrMapOvr>
    <a:masterClrMapping/>
  </clrMapOvr>
</sldLayout>
</file>

<file path=ppt/slideMasters/_rels/slideMaster1.xml.rels>&#65279;<?xml version="1.0" encoding="utf-8" standalone="yes"?>
<Relationships xmlns="http://schemas.openxmlformats.org/package/2006/relationships">
  <Relationship Id="rIdLayout" Type="http://schemas.openxmlformats.org/officeDocument/2006/relationships/slideLayout" Target="../slideLayouts/slideLayout1.xml" />
  <Relationship Id="rIdTheme" Type="http://schemas.openxmlformats.org/officeDocument/2006/relationships/theme" Target="../theme/theme1.xml" />
</Relationships>
</file>

<file path=ppt/slideMasters/slideMaster1.xml><?xml version="1.0" encoding="utf-8"?>
<sldMaster xmlns:a="http://schemas.openxmlformats.org/drawingml/2006/main" xmlns:r="http://schemas.openxmlformats.org/officeDocument/2006/relationships" xmlns="http://schemas.openxmlformats.org/presentationml/2006/main">
  <cSld>
    <spTree>
      <nvGrpSpPr>
        <cNvPr id="1" name=""/>
        <cNvGrpSpPr/>
        <nvPr/>
      </nvGrpSpPr>
      <grpSpPr>
        <a:xfrm>
          <a:off x="0" y="0"/>
          <a:ext cx="0" cy="0"/>
          <a:chOff x="0" y="0"/>
          <a:chExt cx="0" cy="0"/>
        </a:xfrm>
      </grpSpPr>
    </spTree>
  </cSld>
  <clrMap bg1="lt1" tx1="dk1" bg2="lt2" tx2="dk2" accent1="accent1" accent2="accent2" accent3="accent3" accent4="accent4" accent5="accent5" accent6="accent6" hlink="hlink" folHlink="folHlink"/>
  <sldLayoutIdLst>
    <sldLayoutId id="2147483649" r:id="rIdLayout"/>
  </sldLayoutIdLst>
  <txStyles>
    <titleStyle/>
    <bodyStyle/>
    <otherStyle/>
  </txStyles>
</sldMaster>
</file>

<file path=ppt/slides/_rels/slide1.xml.rels>&#65279;<?xml version="1.0" encoding="utf-8" standalone="yes"?>
<Relationships xmlns="http://schemas.openxmlformats.org/package/2006/relationships">
  <Relationship Id="rIdLayout" Type="http://schemas.openxmlformats.org/officeDocument/2006/relationships/slideLayout" Target="../slideLayouts/slideLayout1.xml" />
  <Relationship Id="rIdImage" Type="http://schemas.openxmlformats.org/officeDocument/2006/relationships/image" Target="../media/image1.png" />
</Relationships>
</file>

<file path=ppt/slides/_rels/slide2.xml.rels>&#65279;<?xml version="1.0" encoding="utf-8" standalone="yes"?>
<Relationships xmlns="http://schemas.openxmlformats.org/package/2006/relationships">
  <Relationship Id="rIdLayout" Type="http://schemas.openxmlformats.org/officeDocument/2006/relationships/slideLayout" Target="../slideLayouts/slideLayout1.xml" />
  <Relationship Id="rIdImage" Type="http://schemas.openxmlformats.org/officeDocument/2006/relationships/image" Target="../media/image2.png" />
</Relationships>
</file>

<file path=ppt/slides/_rels/slide3.xml.rels>&#65279;<?xml version="1.0" encoding="utf-8" standalone="yes"?>
<Relationships xmlns="http://schemas.openxmlformats.org/package/2006/relationships">
  <Relationship Id="rIdLayout" Type="http://schemas.openxmlformats.org/officeDocument/2006/relationships/slideLayout" Target="../slideLayouts/slideLayout1.xml" />
  <Relationship Id="rIdImage" Type="http://schemas.openxmlformats.org/officeDocument/2006/relationships/image" Target="../media/image2.png" />
</Relationships>
</file>

<file path=ppt/slides/_rels/slide4.xml.rels>&#65279;<?xml version="1.0" encoding="utf-8" standalone="yes"?>
<Relationships xmlns="http://schemas.openxmlformats.org/package/2006/relationships">
  <Relationship Id="rIdLayout" Type="http://schemas.openxmlformats.org/officeDocument/2006/relationships/slideLayout" Target="../slideLayouts/slideLayout1.xml" />
  <Relationship Id="rIdImage" Type="http://schemas.openxmlformats.org/officeDocument/2006/relationships/image" Target="../media/image2.png" />
</Relationships>
</file>

<file path=ppt/slides/_rels/slide5.xml.rels>&#65279;<?xml version="1.0" encoding="utf-8" standalone="yes"?>
<Relationships xmlns="http://schemas.openxmlformats.org/package/2006/relationships">
  <Relationship Id="rIdLayout" Type="http://schemas.openxmlformats.org/officeDocument/2006/relationships/slideLayout" Target="../slideLayouts/slideLayout1.xml" />
  <Relationship Id="rIdImage" Type="http://schemas.openxmlformats.org/officeDocument/2006/relationships/image" Target="../media/image2.png" />
</Relationships>
</file>

<file path=ppt/slides/_rels/slide6.xml.rels>&#65279;<?xml version="1.0" encoding="utf-8" standalone="yes"?>
<Relationships xmlns="http://schemas.openxmlformats.org/package/2006/relationships">
  <Relationship Id="rIdLayout" Type="http://schemas.openxmlformats.org/officeDocument/2006/relationships/slideLayout" Target="../slideLayouts/slideLayout1.xml" />
  <Relationship Id="rIdImage" Type="http://schemas.openxmlformats.org/officeDocument/2006/relationships/image" Target="../media/image2.png" />
</Relationships>
</file>

<file path=ppt/slides/_rels/slide7.xml.rels>&#65279;<?xml version="1.0" encoding="utf-8" standalone="yes"?>
<Relationships xmlns="http://schemas.openxmlformats.org/package/2006/relationships">
  <Relationship Id="rIdLayout" Type="http://schemas.openxmlformats.org/officeDocument/2006/relationships/slideLayout" Target="../slideLayouts/slideLayout1.xml" />
  <Relationship Id="rIdImage" Type="http://schemas.openxmlformats.org/officeDocument/2006/relationships/image" Target="../media/image2.png" />
</Relationships>
</file>

<file path=ppt/slides/_rels/slide8.xml.rels>&#65279;<?xml version="1.0" encoding="utf-8" standalone="yes"?>
<Relationships xmlns="http://schemas.openxmlformats.org/package/2006/relationships">
  <Relationship Id="rIdLayout" Type="http://schemas.openxmlformats.org/officeDocument/2006/relationships/slideLayout" Target="../slideLayouts/slideLayout1.xml" />
  <Relationship Id="rIdImage" Type="http://schemas.openxmlformats.org/officeDocument/2006/relationships/image" Target="../media/image3.png" />
</Relationships>
</file>

<file path=ppt/slides/_rels/slide9.xml.rels>&#65279;<?xml version="1.0" encoding="utf-8" standalone="yes"?>
<Relationships xmlns="http://schemas.openxmlformats.org/package/2006/relationships">
  <Relationship Id="rIdLayout" Type="http://schemas.openxmlformats.org/officeDocument/2006/relationships/slideLayout" Target="../slideLayouts/slideLayout1.xml" />
  <Relationship Id="rIdImage" Type="http://schemas.openxmlformats.org/officeDocument/2006/relationships/image" Target="../media/image3.png" />
</Relationships>
</file>

<file path=ppt/slides/_rels/slide10.xml.rels>&#65279;<?xml version="1.0" encoding="utf-8" standalone="yes"?>
<Relationships xmlns="http://schemas.openxmlformats.org/package/2006/relationships">
  <Relationship Id="rIdLayout" Type="http://schemas.openxmlformats.org/officeDocument/2006/relationships/slideLayout" Target="../slideLayouts/slideLayout1.xml" />
  <Relationship Id="rIdImage" Type="http://schemas.openxmlformats.org/officeDocument/2006/relationships/image" Target="../media/image3.png" />
</Relationships>
</file>

<file path=ppt/slides/_rels/slide11.xml.rels>&#65279;<?xml version="1.0" encoding="utf-8" standalone="yes"?>
<Relationships xmlns="http://schemas.openxmlformats.org/package/2006/relationships">
  <Relationship Id="rIdLayout" Type="http://schemas.openxmlformats.org/officeDocument/2006/relationships/slideLayout" Target="../slideLayouts/slideLayout1.xml" />
  <Relationship Id="rIdImage" Type="http://schemas.openxmlformats.org/officeDocument/2006/relationships/image" Target="../media/image3.png" />
</Relationships>
</file>

<file path=ppt/slides/_rels/slide12.xml.rels>&#65279;<?xml version="1.0" encoding="utf-8" standalone="yes"?>
<Relationships xmlns="http://schemas.openxmlformats.org/package/2006/relationships">
  <Relationship Id="rIdLayout" Type="http://schemas.openxmlformats.org/officeDocument/2006/relationships/slideLayout" Target="../slideLayouts/slideLayout1.xml" />
  <Relationship Id="rIdImage" Type="http://schemas.openxmlformats.org/officeDocument/2006/relationships/image" Target="../media/image4.png" />
</Relationships>
</file>

<file path=ppt/slides/_rels/slide13.xml.rels>&#65279;<?xml version="1.0" encoding="utf-8" standalone="yes"?>
<Relationships xmlns="http://schemas.openxmlformats.org/package/2006/relationships">
  <Relationship Id="rIdLayout" Type="http://schemas.openxmlformats.org/officeDocument/2006/relationships/slideLayout" Target="../slideLayouts/slideLayout1.xml" />
  <Relationship Id="rIdImage" Type="http://schemas.openxmlformats.org/officeDocument/2006/relationships/image" Target="../media/image4.png" />
</Relationships>
</file>

<file path=ppt/slides/_rels/slide14.xml.rels>&#65279;<?xml version="1.0" encoding="utf-8" standalone="yes"?>
<Relationships xmlns="http://schemas.openxmlformats.org/package/2006/relationships">
  <Relationship Id="rIdLayout" Type="http://schemas.openxmlformats.org/officeDocument/2006/relationships/slideLayout" Target="../slideLayouts/slideLayout1.xml" />
  <Relationship Id="rIdImage" Type="http://schemas.openxmlformats.org/officeDocument/2006/relationships/image" Target="../media/image4.png" />
</Relationships>
</file>

<file path=ppt/slides/_rels/slide15.xml.rels>&#65279;<?xml version="1.0" encoding="utf-8" standalone="yes"?>
<Relationships xmlns="http://schemas.openxmlformats.org/package/2006/relationships">
  <Relationship Id="rIdLayout" Type="http://schemas.openxmlformats.org/officeDocument/2006/relationships/slideLayout" Target="../slideLayouts/slideLayout1.xml" />
  <Relationship Id="rIdImage" Type="http://schemas.openxmlformats.org/officeDocument/2006/relationships/image" Target="../media/image4.png" />
</Relationships>
</file>

<file path=ppt/slides/_rels/slide16.xml.rels>&#65279;<?xml version="1.0" encoding="utf-8" standalone="yes"?>
<Relationships xmlns="http://schemas.openxmlformats.org/package/2006/relationships">
  <Relationship Id="rIdLayout" Type="http://schemas.openxmlformats.org/officeDocument/2006/relationships/slideLayout" Target="../slideLayouts/slideLayout1.xml" />
  <Relationship Id="rIdImage" Type="http://schemas.openxmlformats.org/officeDocument/2006/relationships/image" Target="../media/image5.png" />
</Relationships>
</file>

<file path=ppt/slides/slide1.xml><?xml version="1.0" encoding="utf-8"?>
<sld xmlns:a="http://schemas.openxmlformats.org/drawingml/2006/main" xmlns:r="http://schemas.openxmlformats.org/officeDocument/2006/relationships" xmlns="http://schemas.openxmlformats.org/presentationml/2006/main">
  <cSld name="宣召經文 — 經文／公告">
    <spTree>
      <nvGrpSpPr>
        <cNvPr id="1" name=""/>
        <cNvGrpSpPr/>
        <nvPr/>
      </nvGrpSpPr>
      <grpSpPr>
        <a:xfrm>
          <a:off x="0" y="0"/>
          <a:ext cx="0" cy="0"/>
          <a:chOff x="0" y="0"/>
          <a:chExt cx="0" cy="0"/>
        </a:xfrm>
      </grpSpPr>
      <pic>
        <nvPicPr>
          <cNvPr id="2" name="Background"/>
          <cNvPicPr>
            <a:picLocks noChangeAspect="1"/>
          </cNvPicPr>
          <nvPr/>
        </nvPicPr>
        <blipFill>
          <a:blip r:embed="rIdImage"/>
          <a:stretch>
            <a:fillRect/>
          </a:stretch>
        </blipFill>
        <spPr>
          <a:xfrm>
            <a:off x="0" y="0"/>
            <a:ext cx="12192000" cy="6858000"/>
          </a:xfrm>
          <a:prstGeom prst="rect">
            <a:avLst/>
          </a:prstGeom>
        </spPr>
      </pic>
      <sp>
        <nvSpPr>
          <cNvPr id="4" name="Text 4"/>
          <cNvSpPr txBox="1"/>
          <nvPr/>
        </nvSpPr>
        <spPr>
          <a:xfrm>
            <a:off x="685800" y="647700"/>
            <a:ext cx="10820400" cy="628650"/>
          </a:xfrm>
          <a:prstGeom prst="rect">
            <a:avLst/>
          </a:prstGeom>
          <a:noFill/>
          <a:ln>
            <a:noFill/>
          </a:ln>
        </spPr>
        <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HK" sz="3600" b="0" dirty="0">
                <a:solidFill>
                  <a:srgbClr val="FFFFFF"/>
                </a:solidFill>
                <a:latin typeface="Noto Sans CJK HK"/>
                <a:ea typeface="Noto Sans CJK HK"/>
                <a:cs typeface="Noto Sans CJK HK"/>
              </a:rPr>
              <a:t xml:space="preserve">詩篇 100:1–2（和合本）</a:t>
            </a:r>
            <a:endParaRPr lang="zh-HK"/>
          </a:p>
        </txBody>
      </sp>
      <sp>
        <nvSpPr>
          <cNvPr id="5" name="Text 5"/>
          <cNvSpPr txBox="1"/>
          <nvPr/>
        </nvSpPr>
        <spPr>
          <a:xfrm>
            <a:off x="685800" y="1276350"/>
            <a:ext cx="10820400" cy="628650"/>
          </a:xfrm>
          <a:prstGeom prst="rect">
            <a:avLst/>
          </a:prstGeom>
          <a:noFill/>
          <a:ln>
            <a:noFill/>
          </a:ln>
        </spPr>
        <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HK" sz="3600" b="0" dirty="0">
                <a:solidFill>
                  <a:srgbClr val="FFFFFF"/>
                </a:solidFill>
                <a:latin typeface="Noto Sans CJK HK"/>
                <a:ea typeface="Noto Sans CJK HK"/>
                <a:cs typeface="Noto Sans CJK HK"/>
              </a:rPr>
              <a:t xml:space="preserve"/>
            </a:r>
            <a:endParaRPr lang="zh-HK"/>
          </a:p>
        </txBody>
      </sp>
      <sp>
        <nvSpPr>
          <cNvPr id="6" name="Text 6"/>
          <cNvSpPr txBox="1"/>
          <nvPr/>
        </nvSpPr>
        <spPr>
          <a:xfrm>
            <a:off x="685800" y="1905000"/>
            <a:ext cx="10820400" cy="628650"/>
          </a:xfrm>
          <a:prstGeom prst="rect">
            <a:avLst/>
          </a:prstGeom>
          <a:noFill/>
          <a:ln>
            <a:noFill/>
          </a:ln>
        </spPr>
        <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HK" sz="3600" b="0" dirty="0">
                <a:solidFill>
                  <a:srgbClr val="FFFFFF"/>
                </a:solidFill>
                <a:latin typeface="Noto Sans CJK HK"/>
                <a:ea typeface="Noto Sans CJK HK"/>
                <a:cs typeface="Noto Sans CJK HK"/>
              </a:rPr>
              <a:t xml:space="preserve">普天下當向耶和華歡呼！</a:t>
            </a:r>
            <a:endParaRPr lang="zh-HK"/>
          </a:p>
        </txBody>
      </sp>
      <sp>
        <nvSpPr>
          <cNvPr id="7" name="Text 7"/>
          <cNvSpPr txBox="1"/>
          <nvPr/>
        </nvSpPr>
        <spPr>
          <a:xfrm>
            <a:off x="685800" y="2533650"/>
            <a:ext cx="10820400" cy="628650"/>
          </a:xfrm>
          <a:prstGeom prst="rect">
            <a:avLst/>
          </a:prstGeom>
          <a:noFill/>
          <a:ln>
            <a:noFill/>
          </a:ln>
        </spPr>
        <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HK" sz="3600" b="0" dirty="0">
                <a:solidFill>
                  <a:srgbClr val="FFFFFF"/>
                </a:solidFill>
                <a:latin typeface="Noto Sans CJK HK"/>
                <a:ea typeface="Noto Sans CJK HK"/>
                <a:cs typeface="Noto Sans CJK HK"/>
              </a:rPr>
              <a:t xml:space="preserve">你們當樂意事奉耶和華，</a:t>
            </a:r>
            <a:endParaRPr lang="zh-HK"/>
          </a:p>
        </txBody>
      </sp>
      <sp>
        <nvSpPr>
          <cNvPr id="8" name="Text 8"/>
          <cNvSpPr txBox="1"/>
          <nvPr/>
        </nvSpPr>
        <spPr>
          <a:xfrm>
            <a:off x="685800" y="3162300"/>
            <a:ext cx="10820400" cy="628650"/>
          </a:xfrm>
          <a:prstGeom prst="rect">
            <a:avLst/>
          </a:prstGeom>
          <a:noFill/>
          <a:ln>
            <a:noFill/>
          </a:ln>
        </spPr>
        <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HK" sz="3600" b="0" dirty="0">
                <a:solidFill>
                  <a:srgbClr val="FFFFFF"/>
                </a:solidFill>
                <a:latin typeface="Noto Sans CJK HK"/>
                <a:ea typeface="Noto Sans CJK HK"/>
                <a:cs typeface="Noto Sans CJK HK"/>
              </a:rPr>
              <a:t xml:space="preserve">當來向他歌唱！</a:t>
            </a:r>
            <a:endParaRPr lang="zh-HK"/>
          </a:p>
        </txBody>
      </sp>
    </spTree>
  </cSld>
  <clrMapOvr>
    <a:masterClrMapping/>
  </clrMapOvr>
</sld>
</file>

<file path=ppt/slides/slide2.xml><?xml version="1.0" encoding="utf-8"?>
<sld xmlns:a="http://schemas.openxmlformats.org/drawingml/2006/main" xmlns:r="http://schemas.openxmlformats.org/officeDocument/2006/relationships" xmlns="http://schemas.openxmlformats.org/presentationml/2006/main">
  <cSld name="同心頌讚 — 歌名">
    <spTree>
      <nvGrpSpPr>
        <cNvPr id="1" name=""/>
        <cNvGrpSpPr/>
        <nvPr/>
      </nvGrpSpPr>
      <grpSpPr>
        <a:xfrm>
          <a:off x="0" y="0"/>
          <a:ext cx="0" cy="0"/>
          <a:chOff x="0" y="0"/>
          <a:chExt cx="0" cy="0"/>
        </a:xfrm>
      </grpSpPr>
      <pic>
        <nvPicPr>
          <cNvPr id="2" name="Background"/>
          <cNvPicPr>
            <a:picLocks noChangeAspect="1"/>
          </cNvPicPr>
          <nvPr/>
        </nvPicPr>
        <blipFill>
          <a:blip r:embed="rIdImage"/>
          <a:stretch>
            <a:fillRect/>
          </a:stretch>
        </blipFill>
        <spPr>
          <a:xfrm>
            <a:off x="0" y="0"/>
            <a:ext cx="12192000" cy="6858000"/>
          </a:xfrm>
          <a:prstGeom prst="rect">
            <a:avLst/>
          </a:prstGeom>
        </spPr>
      </pic>
      <sp>
        <nvSpPr>
          <cNvPr id="4" name="Text 4"/>
          <cNvSpPr txBox="1"/>
          <nvPr/>
        </nvSpPr>
        <spPr>
          <a:xfrm>
            <a:off x="685800" y="647700"/>
            <a:ext cx="10820400" cy="1047750"/>
          </a:xfrm>
          <a:prstGeom prst="rect">
            <a:avLst/>
          </a:prstGeom>
          <a:noFill/>
          <a:ln>
            <a:noFill/>
          </a:ln>
        </spPr>
        <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HK" sz="6000" b="0" dirty="0">
                <a:solidFill>
                  <a:srgbClr val="102640"/>
                </a:solidFill>
                <a:latin typeface="Noto Sans CJK HK"/>
                <a:ea typeface="Noto Sans CJK HK"/>
                <a:cs typeface="Noto Sans CJK HK"/>
              </a:rPr>
              <a:t xml:space="preserve">同心頌讚</a:t>
            </a:r>
            <a:endParaRPr lang="zh-HK"/>
          </a:p>
        </txBody>
      </sp>
      <sp>
        <nvSpPr>
          <cNvPr id="20" name="Text 20"/>
          <cNvSpPr txBox="1"/>
          <nvPr/>
        </nvSpPr>
        <spPr>
          <a:xfrm>
            <a:off x="685800" y="2647950"/>
            <a:ext cx="10820400" cy="628650"/>
          </a:xfrm>
          <a:prstGeom prst="rect">
            <a:avLst/>
          </a:prstGeom>
          <a:noFill/>
          <a:ln>
            <a:noFill/>
          </a:ln>
        </spPr>
        <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HK" sz="3600" b="0" dirty="0">
                <a:solidFill>
                  <a:srgbClr val="102640"/>
                </a:solidFill>
                <a:latin typeface="Noto Sans CJK HK"/>
                <a:ea typeface="Noto Sans CJK HK"/>
                <a:cs typeface="Noto Sans CJK HK"/>
              </a:rPr>
              <a:t xml:space="preserve">原創示例歌詞 · 可自由使用</a:t>
            </a:r>
            <a:endParaRPr lang="zh-HK"/>
          </a:p>
        </txBody>
      </sp>
    </spTree>
  </cSld>
  <clrMapOvr>
    <a:masterClrMapping/>
  </clrMapOvr>
</sld>
</file>

<file path=ppt/slides/slide3.xml><?xml version="1.0" encoding="utf-8"?>
<sld xmlns:a="http://schemas.openxmlformats.org/drawingml/2006/main" xmlns:r="http://schemas.openxmlformats.org/officeDocument/2006/relationships" xmlns="http://schemas.openxmlformats.org/presentationml/2006/main">
  <cSld name="同心頌讚 — V1">
    <spTree>
      <nvGrpSpPr>
        <cNvPr id="1" name=""/>
        <cNvGrpSpPr/>
        <nvPr/>
      </nvGrpSpPr>
      <grpSpPr>
        <a:xfrm>
          <a:off x="0" y="0"/>
          <a:ext cx="0" cy="0"/>
          <a:chOff x="0" y="0"/>
          <a:chExt cx="0" cy="0"/>
        </a:xfrm>
      </grpSpPr>
      <pic>
        <nvPicPr>
          <cNvPr id="2" name="Background"/>
          <cNvPicPr>
            <a:picLocks noChangeAspect="1"/>
          </cNvPicPr>
          <nvPr/>
        </nvPicPr>
        <blipFill>
          <a:blip r:embed="rIdImage"/>
          <a:stretch>
            <a:fillRect/>
          </a:stretch>
        </blipFill>
        <spPr>
          <a:xfrm>
            <a:off x="0" y="0"/>
            <a:ext cx="12192000" cy="6858000"/>
          </a:xfrm>
          <a:prstGeom prst="rect">
            <a:avLst/>
          </a:prstGeom>
        </spPr>
      </pic>
      <sp>
        <nvSpPr>
          <cNvPr id="4" name="Text 4"/>
          <cNvSpPr txBox="1"/>
          <nvPr/>
        </nvSpPr>
        <spPr>
          <a:xfrm>
            <a:off x="685800" y="647700"/>
            <a:ext cx="10820400" cy="1047750"/>
          </a:xfrm>
          <a:prstGeom prst="rect">
            <a:avLst/>
          </a:prstGeom>
          <a:noFill/>
          <a:ln>
            <a:noFill/>
          </a:ln>
        </spPr>
        <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HK" sz="6000" b="0" dirty="0">
                <a:solidFill>
                  <a:srgbClr val="102640"/>
                </a:solidFill>
                <a:latin typeface="Noto Sans CJK HK"/>
                <a:ea typeface="Noto Sans CJK HK"/>
                <a:cs typeface="Noto Sans CJK HK"/>
              </a:rPr>
              <a:t xml:space="preserve">今天聚集在主跟前</a:t>
            </a:r>
            <a:endParaRPr lang="zh-HK"/>
          </a:p>
        </txBody>
      </sp>
      <sp>
        <nvSpPr>
          <cNvPr id="5" name="Text 5"/>
          <cNvSpPr txBox="1"/>
          <nvPr/>
        </nvSpPr>
        <spPr>
          <a:xfrm>
            <a:off x="685800" y="1695450"/>
            <a:ext cx="10820400" cy="1047750"/>
          </a:xfrm>
          <a:prstGeom prst="rect">
            <a:avLst/>
          </a:prstGeom>
          <a:noFill/>
          <a:ln>
            <a:noFill/>
          </a:ln>
        </spPr>
        <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HK" sz="6000" b="0" dirty="0">
                <a:solidFill>
                  <a:srgbClr val="102640"/>
                </a:solidFill>
                <a:latin typeface="Noto Sans CJK HK"/>
                <a:ea typeface="Noto Sans CJK HK"/>
                <a:cs typeface="Noto Sans CJK HK"/>
              </a:rPr>
              <a:t xml:space="preserve">同心獻上感恩頌讚</a:t>
            </a:r>
            <a:endParaRPr lang="zh-HK"/>
          </a:p>
        </txBody>
      </sp>
    </spTree>
  </cSld>
  <clrMapOvr>
    <a:masterClrMapping/>
  </clrMapOvr>
</sld>
</file>

<file path=ppt/slides/slide4.xml><?xml version="1.0" encoding="utf-8"?>
<sld xmlns:a="http://schemas.openxmlformats.org/drawingml/2006/main" xmlns:r="http://schemas.openxmlformats.org/officeDocument/2006/relationships" xmlns="http://schemas.openxmlformats.org/presentationml/2006/main">
  <cSld name="同心頌讚 — C">
    <spTree>
      <nvGrpSpPr>
        <cNvPr id="1" name=""/>
        <cNvGrpSpPr/>
        <nvPr/>
      </nvGrpSpPr>
      <grpSpPr>
        <a:xfrm>
          <a:off x="0" y="0"/>
          <a:ext cx="0" cy="0"/>
          <a:chOff x="0" y="0"/>
          <a:chExt cx="0" cy="0"/>
        </a:xfrm>
      </grpSpPr>
      <pic>
        <nvPicPr>
          <cNvPr id="2" name="Background"/>
          <cNvPicPr>
            <a:picLocks noChangeAspect="1"/>
          </cNvPicPr>
          <nvPr/>
        </nvPicPr>
        <blipFill>
          <a:blip r:embed="rIdImage"/>
          <a:stretch>
            <a:fillRect/>
          </a:stretch>
        </blipFill>
        <spPr>
          <a:xfrm>
            <a:off x="0" y="0"/>
            <a:ext cx="12192000" cy="6858000"/>
          </a:xfrm>
          <a:prstGeom prst="rect">
            <a:avLst/>
          </a:prstGeom>
        </spPr>
      </pic>
      <sp>
        <nvSpPr>
          <cNvPr id="4" name="Text 4"/>
          <cNvSpPr txBox="1"/>
          <nvPr/>
        </nvSpPr>
        <spPr>
          <a:xfrm>
            <a:off x="685800" y="647700"/>
            <a:ext cx="10820400" cy="1047750"/>
          </a:xfrm>
          <a:prstGeom prst="rect">
            <a:avLst/>
          </a:prstGeom>
          <a:noFill/>
          <a:ln>
            <a:noFill/>
          </a:ln>
        </spPr>
        <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HK" sz="6000" b="0" dirty="0">
                <a:solidFill>
                  <a:srgbClr val="102640"/>
                </a:solidFill>
                <a:latin typeface="Noto Sans CJK HK"/>
                <a:ea typeface="Noto Sans CJK HK"/>
                <a:cs typeface="Noto Sans CJK HK"/>
              </a:rPr>
              <a:t xml:space="preserve">願我一生為祢而活</a:t>
            </a:r>
            <a:endParaRPr lang="zh-HK"/>
          </a:p>
        </txBody>
      </sp>
      <sp>
        <nvSpPr>
          <cNvPr id="5" name="Text 5"/>
          <cNvSpPr txBox="1"/>
          <nvPr/>
        </nvSpPr>
        <spPr>
          <a:xfrm>
            <a:off x="685800" y="1695450"/>
            <a:ext cx="10820400" cy="1047750"/>
          </a:xfrm>
          <a:prstGeom prst="rect">
            <a:avLst/>
          </a:prstGeom>
          <a:noFill/>
          <a:ln>
            <a:noFill/>
          </a:ln>
        </spPr>
        <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HK" sz="6000" b="0" dirty="0">
                <a:solidFill>
                  <a:srgbClr val="102640"/>
                </a:solidFill>
                <a:latin typeface="Noto Sans CJK HK"/>
                <a:ea typeface="Noto Sans CJK HK"/>
                <a:cs typeface="Noto Sans CJK HK"/>
              </a:rPr>
              <a:t xml:space="preserve">讓祢的愛充滿我心</a:t>
            </a:r>
            <a:endParaRPr lang="zh-HK"/>
          </a:p>
        </txBody>
      </sp>
    </spTree>
  </cSld>
  <clrMapOvr>
    <a:masterClrMapping/>
  </clrMapOvr>
</sld>
</file>

<file path=ppt/slides/slide5.xml><?xml version="1.0" encoding="utf-8"?>
<sld xmlns:a="http://schemas.openxmlformats.org/drawingml/2006/main" xmlns:r="http://schemas.openxmlformats.org/officeDocument/2006/relationships" xmlns="http://schemas.openxmlformats.org/presentationml/2006/main">
  <cSld name="同心頌讚 — V2">
    <spTree>
      <nvGrpSpPr>
        <cNvPr id="1" name=""/>
        <cNvGrpSpPr/>
        <nvPr/>
      </nvGrpSpPr>
      <grpSpPr>
        <a:xfrm>
          <a:off x="0" y="0"/>
          <a:ext cx="0" cy="0"/>
          <a:chOff x="0" y="0"/>
          <a:chExt cx="0" cy="0"/>
        </a:xfrm>
      </grpSpPr>
      <pic>
        <nvPicPr>
          <cNvPr id="2" name="Background"/>
          <cNvPicPr>
            <a:picLocks noChangeAspect="1"/>
          </cNvPicPr>
          <nvPr/>
        </nvPicPr>
        <blipFill>
          <a:blip r:embed="rIdImage"/>
          <a:stretch>
            <a:fillRect/>
          </a:stretch>
        </blipFill>
        <spPr>
          <a:xfrm>
            <a:off x="0" y="0"/>
            <a:ext cx="12192000" cy="6858000"/>
          </a:xfrm>
          <a:prstGeom prst="rect">
            <a:avLst/>
          </a:prstGeom>
        </spPr>
      </pic>
      <sp>
        <nvSpPr>
          <cNvPr id="4" name="Text 4"/>
          <cNvSpPr txBox="1"/>
          <nvPr/>
        </nvSpPr>
        <spPr>
          <a:xfrm>
            <a:off x="685800" y="647700"/>
            <a:ext cx="10820400" cy="1047750"/>
          </a:xfrm>
          <a:prstGeom prst="rect">
            <a:avLst/>
          </a:prstGeom>
          <a:noFill/>
          <a:ln>
            <a:noFill/>
          </a:ln>
        </spPr>
        <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HK" sz="6000" b="0" dirty="0">
                <a:solidFill>
                  <a:srgbClr val="102640"/>
                </a:solidFill>
                <a:latin typeface="Noto Sans CJK HK"/>
                <a:ea typeface="Noto Sans CJK HK"/>
                <a:cs typeface="Noto Sans CJK HK"/>
              </a:rPr>
              <a:t xml:space="preserve">在困倦裡祢賜盼望</a:t>
            </a:r>
            <a:endParaRPr lang="zh-HK"/>
          </a:p>
        </txBody>
      </sp>
      <sp>
        <nvSpPr>
          <cNvPr id="5" name="Text 5"/>
          <cNvSpPr txBox="1"/>
          <nvPr/>
        </nvSpPr>
        <spPr>
          <a:xfrm>
            <a:off x="685800" y="1695450"/>
            <a:ext cx="10820400" cy="1047750"/>
          </a:xfrm>
          <a:prstGeom prst="rect">
            <a:avLst/>
          </a:prstGeom>
          <a:noFill/>
          <a:ln>
            <a:noFill/>
          </a:ln>
        </spPr>
        <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HK" sz="6000" b="0" dirty="0">
                <a:solidFill>
                  <a:srgbClr val="102640"/>
                </a:solidFill>
                <a:latin typeface="Noto Sans CJK HK"/>
                <a:ea typeface="Noto Sans CJK HK"/>
                <a:cs typeface="Noto Sans CJK HK"/>
              </a:rPr>
              <a:t xml:space="preserve">前路有祢不再孤單</a:t>
            </a:r>
            <a:endParaRPr lang="zh-HK"/>
          </a:p>
        </txBody>
      </sp>
    </spTree>
  </cSld>
  <clrMapOvr>
    <a:masterClrMapping/>
  </clrMapOvr>
</sld>
</file>

<file path=ppt/slides/slide6.xml><?xml version="1.0" encoding="utf-8"?>
<sld xmlns:a="http://schemas.openxmlformats.org/drawingml/2006/main" xmlns:r="http://schemas.openxmlformats.org/officeDocument/2006/relationships" xmlns="http://schemas.openxmlformats.org/presentationml/2006/main">
  <cSld name="同心頌讚 — C">
    <spTree>
      <nvGrpSpPr>
        <cNvPr id="1" name=""/>
        <cNvGrpSpPr/>
        <nvPr/>
      </nvGrpSpPr>
      <grpSpPr>
        <a:xfrm>
          <a:off x="0" y="0"/>
          <a:ext cx="0" cy="0"/>
          <a:chOff x="0" y="0"/>
          <a:chExt cx="0" cy="0"/>
        </a:xfrm>
      </grpSpPr>
      <pic>
        <nvPicPr>
          <cNvPr id="2" name="Background"/>
          <cNvPicPr>
            <a:picLocks noChangeAspect="1"/>
          </cNvPicPr>
          <nvPr/>
        </nvPicPr>
        <blipFill>
          <a:blip r:embed="rIdImage"/>
          <a:stretch>
            <a:fillRect/>
          </a:stretch>
        </blipFill>
        <spPr>
          <a:xfrm>
            <a:off x="0" y="0"/>
            <a:ext cx="12192000" cy="6858000"/>
          </a:xfrm>
          <a:prstGeom prst="rect">
            <a:avLst/>
          </a:prstGeom>
        </spPr>
      </pic>
      <sp>
        <nvSpPr>
          <cNvPr id="4" name="Text 4"/>
          <cNvSpPr txBox="1"/>
          <nvPr/>
        </nvSpPr>
        <spPr>
          <a:xfrm>
            <a:off x="685800" y="647700"/>
            <a:ext cx="10820400" cy="1047750"/>
          </a:xfrm>
          <a:prstGeom prst="rect">
            <a:avLst/>
          </a:prstGeom>
          <a:noFill/>
          <a:ln>
            <a:noFill/>
          </a:ln>
        </spPr>
        <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HK" sz="6000" b="0" dirty="0">
                <a:solidFill>
                  <a:srgbClr val="102640"/>
                </a:solidFill>
                <a:latin typeface="Noto Sans CJK HK"/>
                <a:ea typeface="Noto Sans CJK HK"/>
                <a:cs typeface="Noto Sans CJK HK"/>
              </a:rPr>
              <a:t xml:space="preserve">願我一生為祢而活</a:t>
            </a:r>
            <a:endParaRPr lang="zh-HK"/>
          </a:p>
        </txBody>
      </sp>
      <sp>
        <nvSpPr>
          <cNvPr id="5" name="Text 5"/>
          <cNvSpPr txBox="1"/>
          <nvPr/>
        </nvSpPr>
        <spPr>
          <a:xfrm>
            <a:off x="685800" y="1695450"/>
            <a:ext cx="10820400" cy="1047750"/>
          </a:xfrm>
          <a:prstGeom prst="rect">
            <a:avLst/>
          </a:prstGeom>
          <a:noFill/>
          <a:ln>
            <a:noFill/>
          </a:ln>
        </spPr>
        <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HK" sz="6000" b="0" dirty="0">
                <a:solidFill>
                  <a:srgbClr val="102640"/>
                </a:solidFill>
                <a:latin typeface="Noto Sans CJK HK"/>
                <a:ea typeface="Noto Sans CJK HK"/>
                <a:cs typeface="Noto Sans CJK HK"/>
              </a:rPr>
              <a:t xml:space="preserve">讓祢的愛充滿我心</a:t>
            </a:r>
            <a:endParaRPr lang="zh-HK"/>
          </a:p>
        </txBody>
      </sp>
    </spTree>
  </cSld>
  <clrMapOvr>
    <a:masterClrMapping/>
  </clrMapOvr>
</sld>
</file>

<file path=ppt/slides/slide7.xml><?xml version="1.0" encoding="utf-8"?>
<sld xmlns:a="http://schemas.openxmlformats.org/drawingml/2006/main" xmlns:r="http://schemas.openxmlformats.org/officeDocument/2006/relationships" xmlns="http://schemas.openxmlformats.org/presentationml/2006/main">
  <cSld name="同心頌讚 — C">
    <spTree>
      <nvGrpSpPr>
        <cNvPr id="1" name=""/>
        <cNvGrpSpPr/>
        <nvPr/>
      </nvGrpSpPr>
      <grpSpPr>
        <a:xfrm>
          <a:off x="0" y="0"/>
          <a:ext cx="0" cy="0"/>
          <a:chOff x="0" y="0"/>
          <a:chExt cx="0" cy="0"/>
        </a:xfrm>
      </grpSpPr>
      <pic>
        <nvPicPr>
          <cNvPr id="2" name="Background"/>
          <cNvPicPr>
            <a:picLocks noChangeAspect="1"/>
          </cNvPicPr>
          <nvPr/>
        </nvPicPr>
        <blipFill>
          <a:blip r:embed="rIdImage"/>
          <a:stretch>
            <a:fillRect/>
          </a:stretch>
        </blipFill>
        <spPr>
          <a:xfrm>
            <a:off x="0" y="0"/>
            <a:ext cx="12192000" cy="6858000"/>
          </a:xfrm>
          <a:prstGeom prst="rect">
            <a:avLst/>
          </a:prstGeom>
        </spPr>
      </pic>
      <sp>
        <nvSpPr>
          <cNvPr id="4" name="Text 4"/>
          <cNvSpPr txBox="1"/>
          <nvPr/>
        </nvSpPr>
        <spPr>
          <a:xfrm>
            <a:off x="685800" y="647700"/>
            <a:ext cx="10820400" cy="1047750"/>
          </a:xfrm>
          <a:prstGeom prst="rect">
            <a:avLst/>
          </a:prstGeom>
          <a:noFill/>
          <a:ln>
            <a:noFill/>
          </a:ln>
        </spPr>
        <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HK" sz="6000" b="0" dirty="0">
                <a:solidFill>
                  <a:srgbClr val="102640"/>
                </a:solidFill>
                <a:latin typeface="Noto Sans CJK HK"/>
                <a:ea typeface="Noto Sans CJK HK"/>
                <a:cs typeface="Noto Sans CJK HK"/>
              </a:rPr>
              <a:t xml:space="preserve">願我一生為祢而活</a:t>
            </a:r>
            <a:endParaRPr lang="zh-HK"/>
          </a:p>
        </txBody>
      </sp>
      <sp>
        <nvSpPr>
          <cNvPr id="5" name="Text 5"/>
          <cNvSpPr txBox="1"/>
          <nvPr/>
        </nvSpPr>
        <spPr>
          <a:xfrm>
            <a:off x="685800" y="1695450"/>
            <a:ext cx="10820400" cy="1047750"/>
          </a:xfrm>
          <a:prstGeom prst="rect">
            <a:avLst/>
          </a:prstGeom>
          <a:noFill/>
          <a:ln>
            <a:noFill/>
          </a:ln>
        </spPr>
        <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HK" sz="6000" b="0" dirty="0">
                <a:solidFill>
                  <a:srgbClr val="102640"/>
                </a:solidFill>
                <a:latin typeface="Noto Sans CJK HK"/>
                <a:ea typeface="Noto Sans CJK HK"/>
                <a:cs typeface="Noto Sans CJK HK"/>
              </a:rPr>
              <a:t xml:space="preserve">讓祢的愛充滿我心</a:t>
            </a:r>
            <a:endParaRPr lang="zh-HK"/>
          </a:p>
        </txBody>
      </sp>
    </spTree>
  </cSld>
  <clrMapOvr>
    <a:masterClrMapping/>
  </clrMapOvr>
</sld>
</file>

<file path=ppt/slides/slide8.xml><?xml version="1.0" encoding="utf-8"?>
<sld xmlns:a="http://schemas.openxmlformats.org/drawingml/2006/main" xmlns:r="http://schemas.openxmlformats.org/officeDocument/2006/relationships" xmlns="http://schemas.openxmlformats.org/presentationml/2006/main">
  <cSld name="恩典伴我行 — 歌名">
    <spTree>
      <nvGrpSpPr>
        <cNvPr id="1" name=""/>
        <cNvGrpSpPr/>
        <nvPr/>
      </nvGrpSpPr>
      <grpSpPr>
        <a:xfrm>
          <a:off x="0" y="0"/>
          <a:ext cx="0" cy="0"/>
          <a:chOff x="0" y="0"/>
          <a:chExt cx="0" cy="0"/>
        </a:xfrm>
      </grpSpPr>
      <pic>
        <nvPicPr>
          <cNvPr id="2" name="Background"/>
          <cNvPicPr>
            <a:picLocks noChangeAspect="1"/>
          </cNvPicPr>
          <nvPr/>
        </nvPicPr>
        <blipFill>
          <a:blip r:embed="rIdImage"/>
          <a:stretch>
            <a:fillRect/>
          </a:stretch>
        </blipFill>
        <spPr>
          <a:xfrm>
            <a:off x="0" y="0"/>
            <a:ext cx="12192000" cy="6858000"/>
          </a:xfrm>
          <a:prstGeom prst="rect">
            <a:avLst/>
          </a:prstGeom>
        </spPr>
      </pic>
      <sp>
        <nvSpPr>
          <cNvPr id="4" name="Text 4"/>
          <cNvSpPr txBox="1"/>
          <nvPr/>
        </nvSpPr>
        <spPr>
          <a:xfrm>
            <a:off x="685800" y="647700"/>
            <a:ext cx="10820400" cy="1047750"/>
          </a:xfrm>
          <a:prstGeom prst="rect">
            <a:avLst/>
          </a:prstGeom>
          <a:noFill/>
          <a:ln>
            <a:noFill/>
          </a:ln>
        </spPr>
        <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HK" sz="6000" b="0" dirty="0">
                <a:solidFill>
                  <a:srgbClr val="FFFFFF"/>
                </a:solidFill>
                <a:latin typeface="Noto Sans CJK HK"/>
                <a:ea typeface="Noto Sans CJK HK"/>
                <a:cs typeface="Noto Sans CJK HK"/>
              </a:rPr>
              <a:t xml:space="preserve">恩典伴我行</a:t>
            </a:r>
            <a:endParaRPr lang="zh-HK"/>
          </a:p>
        </txBody>
      </sp>
      <sp>
        <nvSpPr>
          <cNvPr id="20" name="Text 20"/>
          <cNvSpPr txBox="1"/>
          <nvPr/>
        </nvSpPr>
        <spPr>
          <a:xfrm>
            <a:off x="685800" y="2647950"/>
            <a:ext cx="10820400" cy="628650"/>
          </a:xfrm>
          <a:prstGeom prst="rect">
            <a:avLst/>
          </a:prstGeom>
          <a:noFill/>
          <a:ln>
            <a:noFill/>
          </a:ln>
        </spPr>
        <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HK" sz="3600" b="0" dirty="0">
                <a:solidFill>
                  <a:srgbClr val="FFFFFF"/>
                </a:solidFill>
                <a:latin typeface="Noto Sans CJK HK"/>
                <a:ea typeface="Noto Sans CJK HK"/>
                <a:cs typeface="Noto Sans CJK HK"/>
              </a:rPr>
              <a:t xml:space="preserve">原創示例歌詞 · 可自由使用</a:t>
            </a:r>
            <a:endParaRPr lang="zh-HK"/>
          </a:p>
        </txBody>
      </sp>
    </spTree>
  </cSld>
  <clrMapOvr>
    <a:masterClrMapping/>
  </clrMapOvr>
</sld>
</file>

<file path=ppt/slides/slide9.xml><?xml version="1.0" encoding="utf-8"?>
<sld xmlns:a="http://schemas.openxmlformats.org/drawingml/2006/main" xmlns:r="http://schemas.openxmlformats.org/officeDocument/2006/relationships" xmlns="http://schemas.openxmlformats.org/presentationml/2006/main">
  <cSld name="恩典伴我行 — V1">
    <spTree>
      <nvGrpSpPr>
        <cNvPr id="1" name=""/>
        <cNvGrpSpPr/>
        <nvPr/>
      </nvGrpSpPr>
      <grpSpPr>
        <a:xfrm>
          <a:off x="0" y="0"/>
          <a:ext cx="0" cy="0"/>
          <a:chOff x="0" y="0"/>
          <a:chExt cx="0" cy="0"/>
        </a:xfrm>
      </grpSpPr>
      <pic>
        <nvPicPr>
          <cNvPr id="2" name="Background"/>
          <cNvPicPr>
            <a:picLocks noChangeAspect="1"/>
          </cNvPicPr>
          <nvPr/>
        </nvPicPr>
        <blipFill>
          <a:blip r:embed="rIdImage"/>
          <a:stretch>
            <a:fillRect/>
          </a:stretch>
        </blipFill>
        <spPr>
          <a:xfrm>
            <a:off x="0" y="0"/>
            <a:ext cx="12192000" cy="6858000"/>
          </a:xfrm>
          <a:prstGeom prst="rect">
            <a:avLst/>
          </a:prstGeom>
        </spPr>
      </pic>
      <sp>
        <nvSpPr>
          <cNvPr id="4" name="Text 4"/>
          <cNvSpPr txBox="1"/>
          <nvPr/>
        </nvSpPr>
        <spPr>
          <a:xfrm>
            <a:off x="685800" y="647700"/>
            <a:ext cx="10820400" cy="1047750"/>
          </a:xfrm>
          <a:prstGeom prst="rect">
            <a:avLst/>
          </a:prstGeom>
          <a:noFill/>
          <a:ln>
            <a:noFill/>
          </a:ln>
        </spPr>
        <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HK" sz="6000" b="0" dirty="0">
                <a:solidFill>
                  <a:srgbClr val="FFFFFF"/>
                </a:solidFill>
                <a:latin typeface="Noto Sans CJK HK"/>
                <a:ea typeface="Noto Sans CJK HK"/>
                <a:cs typeface="Noto Sans CJK HK"/>
              </a:rPr>
              <a:t xml:space="preserve">清晨祢恩典再次臨到</a:t>
            </a:r>
            <a:endParaRPr lang="zh-HK"/>
          </a:p>
        </txBody>
      </sp>
      <sp>
        <nvSpPr>
          <cNvPr id="5" name="Text 5"/>
          <cNvSpPr txBox="1"/>
          <nvPr/>
        </nvSpPr>
        <spPr>
          <a:xfrm>
            <a:off x="685800" y="1695450"/>
            <a:ext cx="10820400" cy="1047750"/>
          </a:xfrm>
          <a:prstGeom prst="rect">
            <a:avLst/>
          </a:prstGeom>
          <a:noFill/>
          <a:ln>
            <a:noFill/>
          </a:ln>
        </spPr>
        <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HK" sz="6000" b="0" dirty="0">
                <a:solidFill>
                  <a:srgbClr val="FFFFFF"/>
                </a:solidFill>
                <a:latin typeface="Noto Sans CJK HK"/>
                <a:ea typeface="Noto Sans CJK HK"/>
                <a:cs typeface="Noto Sans CJK HK"/>
              </a:rPr>
              <a:t xml:space="preserve">每一步有祢的看顧</a:t>
            </a:r>
            <a:endParaRPr lang="zh-HK"/>
          </a:p>
        </txBody>
      </sp>
    </spTree>
  </cSld>
  <clrMapOvr>
    <a:masterClrMapping/>
  </clrMapOvr>
</sld>
</file>

<file path=ppt/slides/slide10.xml><?xml version="1.0" encoding="utf-8"?>
<sld xmlns:a="http://schemas.openxmlformats.org/drawingml/2006/main" xmlns:r="http://schemas.openxmlformats.org/officeDocument/2006/relationships" xmlns="http://schemas.openxmlformats.org/presentationml/2006/main">
  <cSld name="恩典伴我行 — C">
    <spTree>
      <nvGrpSpPr>
        <cNvPr id="1" name=""/>
        <cNvGrpSpPr/>
        <nvPr/>
      </nvGrpSpPr>
      <grpSpPr>
        <a:xfrm>
          <a:off x="0" y="0"/>
          <a:ext cx="0" cy="0"/>
          <a:chOff x="0" y="0"/>
          <a:chExt cx="0" cy="0"/>
        </a:xfrm>
      </grpSpPr>
      <pic>
        <nvPicPr>
          <cNvPr id="2" name="Background"/>
          <cNvPicPr>
            <a:picLocks noChangeAspect="1"/>
          </cNvPicPr>
          <nvPr/>
        </nvPicPr>
        <blipFill>
          <a:blip r:embed="rIdImage"/>
          <a:stretch>
            <a:fillRect/>
          </a:stretch>
        </blipFill>
        <spPr>
          <a:xfrm>
            <a:off x="0" y="0"/>
            <a:ext cx="12192000" cy="6858000"/>
          </a:xfrm>
          <a:prstGeom prst="rect">
            <a:avLst/>
          </a:prstGeom>
        </spPr>
      </pic>
      <sp>
        <nvSpPr>
          <cNvPr id="4" name="Text 4"/>
          <cNvSpPr txBox="1"/>
          <nvPr/>
        </nvSpPr>
        <spPr>
          <a:xfrm>
            <a:off x="685800" y="647700"/>
            <a:ext cx="10820400" cy="1047750"/>
          </a:xfrm>
          <a:prstGeom prst="rect">
            <a:avLst/>
          </a:prstGeom>
          <a:noFill/>
          <a:ln>
            <a:noFill/>
          </a:ln>
        </spPr>
        <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HK" sz="6000" b="0" dirty="0">
                <a:solidFill>
                  <a:srgbClr val="FFFFFF"/>
                </a:solidFill>
                <a:latin typeface="Noto Sans CJK HK"/>
                <a:ea typeface="Noto Sans CJK HK"/>
                <a:cs typeface="Noto Sans CJK HK"/>
              </a:rPr>
              <a:t xml:space="preserve">恩典伴我走過高山低谷</a:t>
            </a:r>
            <a:endParaRPr lang="zh-HK"/>
          </a:p>
        </txBody>
      </sp>
      <sp>
        <nvSpPr>
          <cNvPr id="5" name="Text 5"/>
          <cNvSpPr txBox="1"/>
          <nvPr/>
        </nvSpPr>
        <spPr>
          <a:xfrm>
            <a:off x="685800" y="1695450"/>
            <a:ext cx="10820400" cy="1047750"/>
          </a:xfrm>
          <a:prstGeom prst="rect">
            <a:avLst/>
          </a:prstGeom>
          <a:noFill/>
          <a:ln>
            <a:noFill/>
          </a:ln>
        </spPr>
        <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HK" sz="6000" b="0" dirty="0">
                <a:solidFill>
                  <a:srgbClr val="FFFFFF"/>
                </a:solidFill>
                <a:latin typeface="Noto Sans CJK HK"/>
                <a:ea typeface="Noto Sans CJK HK"/>
                <a:cs typeface="Noto Sans CJK HK"/>
              </a:rPr>
              <a:t xml:space="preserve">祢的信實永遠不改變</a:t>
            </a:r>
            <a:endParaRPr lang="zh-HK"/>
          </a:p>
        </txBody>
      </sp>
    </spTree>
  </cSld>
  <clrMapOvr>
    <a:masterClrMapping/>
  </clrMapOvr>
</sld>
</file>

<file path=ppt/slides/slide11.xml><?xml version="1.0" encoding="utf-8"?>
<sld xmlns:a="http://schemas.openxmlformats.org/drawingml/2006/main" xmlns:r="http://schemas.openxmlformats.org/officeDocument/2006/relationships" xmlns="http://schemas.openxmlformats.org/presentationml/2006/main">
  <cSld name="恩典伴我行 — C">
    <spTree>
      <nvGrpSpPr>
        <cNvPr id="1" name=""/>
        <cNvGrpSpPr/>
        <nvPr/>
      </nvGrpSpPr>
      <grpSpPr>
        <a:xfrm>
          <a:off x="0" y="0"/>
          <a:ext cx="0" cy="0"/>
          <a:chOff x="0" y="0"/>
          <a:chExt cx="0" cy="0"/>
        </a:xfrm>
      </grpSpPr>
      <pic>
        <nvPicPr>
          <cNvPr id="2" name="Background"/>
          <cNvPicPr>
            <a:picLocks noChangeAspect="1"/>
          </cNvPicPr>
          <nvPr/>
        </nvPicPr>
        <blipFill>
          <a:blip r:embed="rIdImage"/>
          <a:stretch>
            <a:fillRect/>
          </a:stretch>
        </blipFill>
        <spPr>
          <a:xfrm>
            <a:off x="0" y="0"/>
            <a:ext cx="12192000" cy="6858000"/>
          </a:xfrm>
          <a:prstGeom prst="rect">
            <a:avLst/>
          </a:prstGeom>
        </spPr>
      </pic>
      <sp>
        <nvSpPr>
          <cNvPr id="4" name="Text 4"/>
          <cNvSpPr txBox="1"/>
          <nvPr/>
        </nvSpPr>
        <spPr>
          <a:xfrm>
            <a:off x="685800" y="647700"/>
            <a:ext cx="10820400" cy="1047750"/>
          </a:xfrm>
          <a:prstGeom prst="rect">
            <a:avLst/>
          </a:prstGeom>
          <a:noFill/>
          <a:ln>
            <a:noFill/>
          </a:ln>
        </spPr>
        <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HK" sz="6000" b="0" dirty="0">
                <a:solidFill>
                  <a:srgbClr val="FFFFFF"/>
                </a:solidFill>
                <a:latin typeface="Noto Sans CJK HK"/>
                <a:ea typeface="Noto Sans CJK HK"/>
                <a:cs typeface="Noto Sans CJK HK"/>
              </a:rPr>
              <a:t xml:space="preserve">恩典伴我走過高山低谷</a:t>
            </a:r>
            <a:endParaRPr lang="zh-HK"/>
          </a:p>
        </txBody>
      </sp>
      <sp>
        <nvSpPr>
          <cNvPr id="5" name="Text 5"/>
          <cNvSpPr txBox="1"/>
          <nvPr/>
        </nvSpPr>
        <spPr>
          <a:xfrm>
            <a:off x="685800" y="1695450"/>
            <a:ext cx="10820400" cy="1047750"/>
          </a:xfrm>
          <a:prstGeom prst="rect">
            <a:avLst/>
          </a:prstGeom>
          <a:noFill/>
          <a:ln>
            <a:noFill/>
          </a:ln>
        </spPr>
        <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HK" sz="6000" b="0" dirty="0">
                <a:solidFill>
                  <a:srgbClr val="FFFFFF"/>
                </a:solidFill>
                <a:latin typeface="Noto Sans CJK HK"/>
                <a:ea typeface="Noto Sans CJK HK"/>
                <a:cs typeface="Noto Sans CJK HK"/>
              </a:rPr>
              <a:t xml:space="preserve">祢的信實永遠不改變</a:t>
            </a:r>
            <a:endParaRPr lang="zh-HK"/>
          </a:p>
        </txBody>
      </sp>
    </spTree>
  </cSld>
  <clrMapOvr>
    <a:masterClrMapping/>
  </clrMapOvr>
</sld>
</file>

<file path=ppt/slides/slide12.xml><?xml version="1.0" encoding="utf-8"?>
<sld xmlns:a="http://schemas.openxmlformats.org/drawingml/2006/main" xmlns:r="http://schemas.openxmlformats.org/officeDocument/2006/relationships" xmlns="http://schemas.openxmlformats.org/presentationml/2006/main">
  <cSld name="一生跟隨 — 歌名">
    <spTree>
      <nvGrpSpPr>
        <cNvPr id="1" name=""/>
        <cNvGrpSpPr/>
        <nvPr/>
      </nvGrpSpPr>
      <grpSpPr>
        <a:xfrm>
          <a:off x="0" y="0"/>
          <a:ext cx="0" cy="0"/>
          <a:chOff x="0" y="0"/>
          <a:chExt cx="0" cy="0"/>
        </a:xfrm>
      </grpSpPr>
      <pic>
        <nvPicPr>
          <cNvPr id="2" name="Background"/>
          <cNvPicPr>
            <a:picLocks noChangeAspect="1"/>
          </cNvPicPr>
          <nvPr/>
        </nvPicPr>
        <blipFill>
          <a:blip r:embed="rIdImage"/>
          <a:stretch>
            <a:fillRect/>
          </a:stretch>
        </blipFill>
        <spPr>
          <a:xfrm>
            <a:off x="0" y="0"/>
            <a:ext cx="12192000" cy="6858000"/>
          </a:xfrm>
          <a:prstGeom prst="rect">
            <a:avLst/>
          </a:prstGeom>
        </spPr>
      </pic>
      <sp>
        <nvSpPr>
          <cNvPr id="4" name="Text 4"/>
          <cNvSpPr txBox="1"/>
          <nvPr/>
        </nvSpPr>
        <spPr>
          <a:xfrm>
            <a:off x="685800" y="647700"/>
            <a:ext cx="10820400" cy="1047750"/>
          </a:xfrm>
          <a:prstGeom prst="rect">
            <a:avLst/>
          </a:prstGeom>
          <a:noFill/>
          <a:ln>
            <a:noFill/>
          </a:ln>
        </spPr>
        <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HK" sz="6000" b="0" dirty="0">
                <a:solidFill>
                  <a:srgbClr val="FFFFFF"/>
                </a:solidFill>
                <a:latin typeface="Noto Sans CJK HK"/>
                <a:ea typeface="Noto Sans CJK HK"/>
                <a:cs typeface="Noto Sans CJK HK"/>
              </a:rPr>
              <a:t xml:space="preserve">一生跟隨</a:t>
            </a:r>
            <a:endParaRPr lang="zh-HK"/>
          </a:p>
        </txBody>
      </sp>
      <sp>
        <nvSpPr>
          <cNvPr id="20" name="Text 20"/>
          <cNvSpPr txBox="1"/>
          <nvPr/>
        </nvSpPr>
        <spPr>
          <a:xfrm>
            <a:off x="685800" y="2647950"/>
            <a:ext cx="10820400" cy="628650"/>
          </a:xfrm>
          <a:prstGeom prst="rect">
            <a:avLst/>
          </a:prstGeom>
          <a:noFill/>
          <a:ln>
            <a:noFill/>
          </a:ln>
        </spPr>
        <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HK" sz="3600" b="0" dirty="0">
                <a:solidFill>
                  <a:srgbClr val="FFFFFF"/>
                </a:solidFill>
                <a:latin typeface="Noto Sans CJK HK"/>
                <a:ea typeface="Noto Sans CJK HK"/>
                <a:cs typeface="Noto Sans CJK HK"/>
              </a:rPr>
              <a:t xml:space="preserve">原創示例歌詞 · 可自由使用</a:t>
            </a:r>
            <a:endParaRPr lang="zh-HK"/>
          </a:p>
        </txBody>
      </sp>
    </spTree>
  </cSld>
  <clrMapOvr>
    <a:masterClrMapping/>
  </clrMapOvr>
</sld>
</file>

<file path=ppt/slides/slide13.xml><?xml version="1.0" encoding="utf-8"?>
<sld xmlns:a="http://schemas.openxmlformats.org/drawingml/2006/main" xmlns:r="http://schemas.openxmlformats.org/officeDocument/2006/relationships" xmlns="http://schemas.openxmlformats.org/presentationml/2006/main">
  <cSld name="一生跟隨 — V1">
    <spTree>
      <nvGrpSpPr>
        <cNvPr id="1" name=""/>
        <cNvGrpSpPr/>
        <nvPr/>
      </nvGrpSpPr>
      <grpSpPr>
        <a:xfrm>
          <a:off x="0" y="0"/>
          <a:ext cx="0" cy="0"/>
          <a:chOff x="0" y="0"/>
          <a:chExt cx="0" cy="0"/>
        </a:xfrm>
      </grpSpPr>
      <pic>
        <nvPicPr>
          <cNvPr id="2" name="Background"/>
          <cNvPicPr>
            <a:picLocks noChangeAspect="1"/>
          </cNvPicPr>
          <nvPr/>
        </nvPicPr>
        <blipFill>
          <a:blip r:embed="rIdImage"/>
          <a:stretch>
            <a:fillRect/>
          </a:stretch>
        </blipFill>
        <spPr>
          <a:xfrm>
            <a:off x="0" y="0"/>
            <a:ext cx="12192000" cy="6858000"/>
          </a:xfrm>
          <a:prstGeom prst="rect">
            <a:avLst/>
          </a:prstGeom>
        </spPr>
      </pic>
      <sp>
        <nvSpPr>
          <cNvPr id="4" name="Text 4"/>
          <cNvSpPr txBox="1"/>
          <nvPr/>
        </nvSpPr>
        <spPr>
          <a:xfrm>
            <a:off x="685800" y="647700"/>
            <a:ext cx="10820400" cy="1047750"/>
          </a:xfrm>
          <a:prstGeom prst="rect">
            <a:avLst/>
          </a:prstGeom>
          <a:noFill/>
          <a:ln>
            <a:noFill/>
          </a:ln>
        </spPr>
        <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HK" sz="6000" b="0" dirty="0">
                <a:solidFill>
                  <a:srgbClr val="FFFFFF"/>
                </a:solidFill>
                <a:latin typeface="Noto Sans CJK HK"/>
                <a:ea typeface="Noto Sans CJK HK"/>
                <a:cs typeface="Noto Sans CJK HK"/>
              </a:rPr>
              <a:t xml:space="preserve">願將今天交在祢手</a:t>
            </a:r>
            <a:endParaRPr lang="zh-HK"/>
          </a:p>
        </txBody>
      </sp>
      <sp>
        <nvSpPr>
          <cNvPr id="5" name="Text 5"/>
          <cNvSpPr txBox="1"/>
          <nvPr/>
        </nvSpPr>
        <spPr>
          <a:xfrm>
            <a:off x="685800" y="1695450"/>
            <a:ext cx="10820400" cy="1047750"/>
          </a:xfrm>
          <a:prstGeom prst="rect">
            <a:avLst/>
          </a:prstGeom>
          <a:noFill/>
          <a:ln>
            <a:noFill/>
          </a:ln>
        </spPr>
        <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HK" sz="6000" b="0" dirty="0">
                <a:solidFill>
                  <a:srgbClr val="FFFFFF"/>
                </a:solidFill>
                <a:latin typeface="Noto Sans CJK HK"/>
                <a:ea typeface="Noto Sans CJK HK"/>
                <a:cs typeface="Noto Sans CJK HK"/>
              </a:rPr>
              <a:t xml:space="preserve">在平凡裡學習愛人</a:t>
            </a:r>
            <a:endParaRPr lang="zh-HK"/>
          </a:p>
        </txBody>
      </sp>
    </spTree>
  </cSld>
  <clrMapOvr>
    <a:masterClrMapping/>
  </clrMapOvr>
</sld>
</file>

<file path=ppt/slides/slide14.xml><?xml version="1.0" encoding="utf-8"?>
<sld xmlns:a="http://schemas.openxmlformats.org/drawingml/2006/main" xmlns:r="http://schemas.openxmlformats.org/officeDocument/2006/relationships" xmlns="http://schemas.openxmlformats.org/presentationml/2006/main">
  <cSld name="一生跟隨 — C">
    <spTree>
      <nvGrpSpPr>
        <cNvPr id="1" name=""/>
        <cNvGrpSpPr/>
        <nvPr/>
      </nvGrpSpPr>
      <grpSpPr>
        <a:xfrm>
          <a:off x="0" y="0"/>
          <a:ext cx="0" cy="0"/>
          <a:chOff x="0" y="0"/>
          <a:chExt cx="0" cy="0"/>
        </a:xfrm>
      </grpSpPr>
      <pic>
        <nvPicPr>
          <cNvPr id="2" name="Background"/>
          <cNvPicPr>
            <a:picLocks noChangeAspect="1"/>
          </cNvPicPr>
          <nvPr/>
        </nvPicPr>
        <blipFill>
          <a:blip r:embed="rIdImage"/>
          <a:stretch>
            <a:fillRect/>
          </a:stretch>
        </blipFill>
        <spPr>
          <a:xfrm>
            <a:off x="0" y="0"/>
            <a:ext cx="12192000" cy="6858000"/>
          </a:xfrm>
          <a:prstGeom prst="rect">
            <a:avLst/>
          </a:prstGeom>
        </spPr>
      </pic>
      <sp>
        <nvSpPr>
          <cNvPr id="4" name="Text 4"/>
          <cNvSpPr txBox="1"/>
          <nvPr/>
        </nvSpPr>
        <spPr>
          <a:xfrm>
            <a:off x="685800" y="647700"/>
            <a:ext cx="10820400" cy="1047750"/>
          </a:xfrm>
          <a:prstGeom prst="rect">
            <a:avLst/>
          </a:prstGeom>
          <a:noFill/>
          <a:ln>
            <a:noFill/>
          </a:ln>
        </spPr>
        <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HK" sz="6000" b="0" dirty="0">
                <a:solidFill>
                  <a:srgbClr val="FFFFFF"/>
                </a:solidFill>
                <a:latin typeface="Noto Sans CJK HK"/>
                <a:ea typeface="Noto Sans CJK HK"/>
                <a:cs typeface="Noto Sans CJK HK"/>
              </a:rPr>
              <a:t xml:space="preserve">一生跟隨祢的腳步</a:t>
            </a:r>
            <a:endParaRPr lang="zh-HK"/>
          </a:p>
        </txBody>
      </sp>
      <sp>
        <nvSpPr>
          <cNvPr id="5" name="Text 5"/>
          <cNvSpPr txBox="1"/>
          <nvPr/>
        </nvSpPr>
        <spPr>
          <a:xfrm>
            <a:off x="685800" y="1695450"/>
            <a:ext cx="10820400" cy="1047750"/>
          </a:xfrm>
          <a:prstGeom prst="rect">
            <a:avLst/>
          </a:prstGeom>
          <a:noFill/>
          <a:ln>
            <a:noFill/>
          </a:ln>
        </spPr>
        <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HK" sz="6000" b="0" dirty="0">
                <a:solidFill>
                  <a:srgbClr val="FFFFFF"/>
                </a:solidFill>
                <a:latin typeface="Noto Sans CJK HK"/>
                <a:ea typeface="Noto Sans CJK HK"/>
                <a:cs typeface="Noto Sans CJK HK"/>
              </a:rPr>
              <a:t xml:space="preserve">帶着盼望走向明天</a:t>
            </a:r>
            <a:endParaRPr lang="zh-HK"/>
          </a:p>
        </txBody>
      </sp>
    </spTree>
  </cSld>
  <clrMapOvr>
    <a:masterClrMapping/>
  </clrMapOvr>
</sld>
</file>

<file path=ppt/slides/slide15.xml><?xml version="1.0" encoding="utf-8"?>
<sld xmlns:a="http://schemas.openxmlformats.org/drawingml/2006/main" xmlns:r="http://schemas.openxmlformats.org/officeDocument/2006/relationships" xmlns="http://schemas.openxmlformats.org/presentationml/2006/main">
  <cSld name="一生跟隨 — C">
    <spTree>
      <nvGrpSpPr>
        <cNvPr id="1" name=""/>
        <cNvGrpSpPr/>
        <nvPr/>
      </nvGrpSpPr>
      <grpSpPr>
        <a:xfrm>
          <a:off x="0" y="0"/>
          <a:ext cx="0" cy="0"/>
          <a:chOff x="0" y="0"/>
          <a:chExt cx="0" cy="0"/>
        </a:xfrm>
      </grpSpPr>
      <pic>
        <nvPicPr>
          <cNvPr id="2" name="Background"/>
          <cNvPicPr>
            <a:picLocks noChangeAspect="1"/>
          </cNvPicPr>
          <nvPr/>
        </nvPicPr>
        <blipFill>
          <a:blip r:embed="rIdImage"/>
          <a:stretch>
            <a:fillRect/>
          </a:stretch>
        </blipFill>
        <spPr>
          <a:xfrm>
            <a:off x="0" y="0"/>
            <a:ext cx="12192000" cy="6858000"/>
          </a:xfrm>
          <a:prstGeom prst="rect">
            <a:avLst/>
          </a:prstGeom>
        </spPr>
      </pic>
      <sp>
        <nvSpPr>
          <cNvPr id="4" name="Text 4"/>
          <cNvSpPr txBox="1"/>
          <nvPr/>
        </nvSpPr>
        <spPr>
          <a:xfrm>
            <a:off x="685800" y="647700"/>
            <a:ext cx="10820400" cy="1047750"/>
          </a:xfrm>
          <a:prstGeom prst="rect">
            <a:avLst/>
          </a:prstGeom>
          <a:noFill/>
          <a:ln>
            <a:noFill/>
          </a:ln>
        </spPr>
        <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HK" sz="6000" b="0" dirty="0">
                <a:solidFill>
                  <a:srgbClr val="FFFFFF"/>
                </a:solidFill>
                <a:latin typeface="Noto Sans CJK HK"/>
                <a:ea typeface="Noto Sans CJK HK"/>
                <a:cs typeface="Noto Sans CJK HK"/>
              </a:rPr>
              <a:t xml:space="preserve">一生跟隨祢的腳步</a:t>
            </a:r>
            <a:endParaRPr lang="zh-HK"/>
          </a:p>
        </txBody>
      </sp>
      <sp>
        <nvSpPr>
          <cNvPr id="5" name="Text 5"/>
          <cNvSpPr txBox="1"/>
          <nvPr/>
        </nvSpPr>
        <spPr>
          <a:xfrm>
            <a:off x="685800" y="1695450"/>
            <a:ext cx="10820400" cy="1047750"/>
          </a:xfrm>
          <a:prstGeom prst="rect">
            <a:avLst/>
          </a:prstGeom>
          <a:noFill/>
          <a:ln>
            <a:noFill/>
          </a:ln>
        </spPr>
        <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HK" sz="6000" b="0" dirty="0">
                <a:solidFill>
                  <a:srgbClr val="FFFFFF"/>
                </a:solidFill>
                <a:latin typeface="Noto Sans CJK HK"/>
                <a:ea typeface="Noto Sans CJK HK"/>
                <a:cs typeface="Noto Sans CJK HK"/>
              </a:rPr>
              <a:t xml:space="preserve">帶着盼望走向明天</a:t>
            </a:r>
            <a:endParaRPr lang="zh-HK"/>
          </a:p>
        </txBody>
      </sp>
    </spTree>
  </cSld>
  <clrMapOvr>
    <a:masterClrMapping/>
  </clrMapOvr>
</sld>
</file>

<file path=ppt/slides/slide16.xml><?xml version="1.0" encoding="utf-8"?>
<sld xmlns:a="http://schemas.openxmlformats.org/drawingml/2006/main" xmlns:r="http://schemas.openxmlformats.org/officeDocument/2006/relationships" xmlns="http://schemas.openxmlformats.org/presentationml/2006/main">
  <cSld name="讀經 — 經文／公告">
    <spTree>
      <nvGrpSpPr>
        <cNvPr id="1" name=""/>
        <cNvGrpSpPr/>
        <nvPr/>
      </nvGrpSpPr>
      <grpSpPr>
        <a:xfrm>
          <a:off x="0" y="0"/>
          <a:ext cx="0" cy="0"/>
          <a:chOff x="0" y="0"/>
          <a:chExt cx="0" cy="0"/>
        </a:xfrm>
      </grpSpPr>
      <pic>
        <nvPicPr>
          <cNvPr id="2" name="Background"/>
          <cNvPicPr>
            <a:picLocks noChangeAspect="1"/>
          </cNvPicPr>
          <nvPr/>
        </nvPicPr>
        <blipFill>
          <a:blip r:embed="rIdImage"/>
          <a:stretch>
            <a:fillRect/>
          </a:stretch>
        </blipFill>
        <spPr>
          <a:xfrm>
            <a:off x="0" y="0"/>
            <a:ext cx="12192000" cy="6858000"/>
          </a:xfrm>
          <a:prstGeom prst="rect">
            <a:avLst/>
          </a:prstGeom>
        </spPr>
      </pic>
      <sp>
        <nvSpPr>
          <cNvPr id="4" name="Text 4"/>
          <cNvSpPr txBox="1"/>
          <nvPr/>
        </nvSpPr>
        <spPr>
          <a:xfrm>
            <a:off x="685800" y="647700"/>
            <a:ext cx="10820400" cy="558800"/>
          </a:xfrm>
          <a:prstGeom prst="rect">
            <a:avLst/>
          </a:prstGeom>
          <a:noFill/>
          <a:ln>
            <a:noFill/>
          </a:ln>
        </spPr>
        <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HK" sz="3200" b="0" dirty="0">
                <a:solidFill>
                  <a:srgbClr val="163A62"/>
                </a:solidFill>
                <a:latin typeface="Noto Sans CJK HK"/>
                <a:ea typeface="Noto Sans CJK HK"/>
                <a:cs typeface="Noto Sans CJK HK"/>
              </a:rPr>
              <a:t xml:space="preserve">詩篇 23:1–3（和合本）</a:t>
            </a:r>
            <a:endParaRPr lang="zh-HK"/>
          </a:p>
        </txBody>
      </sp>
      <sp>
        <nvSpPr>
          <cNvPr id="5" name="Text 5"/>
          <cNvSpPr txBox="1"/>
          <nvPr/>
        </nvSpPr>
        <spPr>
          <a:xfrm>
            <a:off x="685800" y="1206500"/>
            <a:ext cx="10820400" cy="558800"/>
          </a:xfrm>
          <a:prstGeom prst="rect">
            <a:avLst/>
          </a:prstGeom>
          <a:noFill/>
          <a:ln>
            <a:noFill/>
          </a:ln>
        </spPr>
        <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HK" sz="3200" b="0" dirty="0">
                <a:solidFill>
                  <a:srgbClr val="163A62"/>
                </a:solidFill>
                <a:latin typeface="Noto Sans CJK HK"/>
                <a:ea typeface="Noto Sans CJK HK"/>
                <a:cs typeface="Noto Sans CJK HK"/>
              </a:rPr>
              <a:t xml:space="preserve"/>
            </a:r>
            <a:endParaRPr lang="zh-HK"/>
          </a:p>
        </txBody>
      </sp>
      <sp>
        <nvSpPr>
          <cNvPr id="6" name="Text 6"/>
          <cNvSpPr txBox="1"/>
          <nvPr/>
        </nvSpPr>
        <spPr>
          <a:xfrm>
            <a:off x="685800" y="1765300"/>
            <a:ext cx="10820400" cy="558800"/>
          </a:xfrm>
          <a:prstGeom prst="rect">
            <a:avLst/>
          </a:prstGeom>
          <a:noFill/>
          <a:ln>
            <a:noFill/>
          </a:ln>
        </spPr>
        <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HK" sz="3200" b="0" dirty="0">
                <a:solidFill>
                  <a:srgbClr val="163A62"/>
                </a:solidFill>
                <a:latin typeface="Noto Sans CJK HK"/>
                <a:ea typeface="Noto Sans CJK HK"/>
                <a:cs typeface="Noto Sans CJK HK"/>
              </a:rPr>
              <a:t xml:space="preserve">耶和華是我的牧者，</a:t>
            </a:r>
            <a:endParaRPr lang="zh-HK"/>
          </a:p>
        </txBody>
      </sp>
      <sp>
        <nvSpPr>
          <cNvPr id="7" name="Text 7"/>
          <cNvSpPr txBox="1"/>
          <nvPr/>
        </nvSpPr>
        <spPr>
          <a:xfrm>
            <a:off x="685800" y="2324100"/>
            <a:ext cx="10820400" cy="558800"/>
          </a:xfrm>
          <a:prstGeom prst="rect">
            <a:avLst/>
          </a:prstGeom>
          <a:noFill/>
          <a:ln>
            <a:noFill/>
          </a:ln>
        </spPr>
        <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HK" sz="3200" b="0" dirty="0">
                <a:solidFill>
                  <a:srgbClr val="163A62"/>
                </a:solidFill>
                <a:latin typeface="Noto Sans CJK HK"/>
                <a:ea typeface="Noto Sans CJK HK"/>
                <a:cs typeface="Noto Sans CJK HK"/>
              </a:rPr>
              <a:t xml:space="preserve">我必不致缺乏。</a:t>
            </a:r>
            <a:endParaRPr lang="zh-HK"/>
          </a:p>
        </txBody>
      </sp>
      <sp>
        <nvSpPr>
          <cNvPr id="8" name="Text 8"/>
          <cNvSpPr txBox="1"/>
          <nvPr/>
        </nvSpPr>
        <spPr>
          <a:xfrm>
            <a:off x="685800" y="2882900"/>
            <a:ext cx="10820400" cy="558800"/>
          </a:xfrm>
          <a:prstGeom prst="rect">
            <a:avLst/>
          </a:prstGeom>
          <a:noFill/>
          <a:ln>
            <a:noFill/>
          </a:ln>
        </spPr>
        <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HK" sz="3200" b="0" dirty="0">
                <a:solidFill>
                  <a:srgbClr val="163A62"/>
                </a:solidFill>
                <a:latin typeface="Noto Sans CJK HK"/>
                <a:ea typeface="Noto Sans CJK HK"/>
                <a:cs typeface="Noto Sans CJK HK"/>
              </a:rPr>
              <a:t xml:space="preserve">他使我躺臥在青草地上，</a:t>
            </a:r>
            <a:endParaRPr lang="zh-HK"/>
          </a:p>
        </txBody>
      </sp>
      <sp>
        <nvSpPr>
          <cNvPr id="9" name="Text 9"/>
          <cNvSpPr txBox="1"/>
          <nvPr/>
        </nvSpPr>
        <spPr>
          <a:xfrm>
            <a:off x="685800" y="3441700"/>
            <a:ext cx="10820400" cy="558800"/>
          </a:xfrm>
          <a:prstGeom prst="rect">
            <a:avLst/>
          </a:prstGeom>
          <a:noFill/>
          <a:ln>
            <a:noFill/>
          </a:ln>
        </spPr>
        <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HK" sz="3200" b="0" dirty="0">
                <a:solidFill>
                  <a:srgbClr val="163A62"/>
                </a:solidFill>
                <a:latin typeface="Noto Sans CJK HK"/>
                <a:ea typeface="Noto Sans CJK HK"/>
                <a:cs typeface="Noto Sans CJK HK"/>
              </a:rPr>
              <a:t xml:space="preserve">領我在可安歇的水邊。</a:t>
            </a:r>
            <a:endParaRPr lang="zh-HK"/>
          </a:p>
        </txBody>
      </sp>
      <sp>
        <nvSpPr>
          <cNvPr id="10" name="Text 10"/>
          <cNvSpPr txBox="1"/>
          <nvPr/>
        </nvSpPr>
        <spPr>
          <a:xfrm>
            <a:off x="685800" y="4000500"/>
            <a:ext cx="10820400" cy="558800"/>
          </a:xfrm>
          <a:prstGeom prst="rect">
            <a:avLst/>
          </a:prstGeom>
          <a:noFill/>
          <a:ln>
            <a:noFill/>
          </a:ln>
        </spPr>
        <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HK" sz="3200" b="0" dirty="0">
                <a:solidFill>
                  <a:srgbClr val="163A62"/>
                </a:solidFill>
                <a:latin typeface="Noto Sans CJK HK"/>
                <a:ea typeface="Noto Sans CJK HK"/>
                <a:cs typeface="Noto Sans CJK HK"/>
              </a:rPr>
              <a:t xml:space="preserve">他使我的靈魂甦醒，</a:t>
            </a:r>
            <a:endParaRPr lang="zh-HK"/>
          </a:p>
        </txBody>
      </sp>
      <sp>
        <nvSpPr>
          <cNvPr id="11" name="Text 11"/>
          <cNvSpPr txBox="1"/>
          <nvPr/>
        </nvSpPr>
        <spPr>
          <a:xfrm>
            <a:off x="685800" y="4559300"/>
            <a:ext cx="10820400" cy="558800"/>
          </a:xfrm>
          <a:prstGeom prst="rect">
            <a:avLst/>
          </a:prstGeom>
          <a:noFill/>
          <a:ln>
            <a:noFill/>
          </a:ln>
        </spPr>
        <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HK" sz="3200" b="0" dirty="0">
                <a:solidFill>
                  <a:srgbClr val="163A62"/>
                </a:solidFill>
                <a:latin typeface="Noto Sans CJK HK"/>
                <a:ea typeface="Noto Sans CJK HK"/>
                <a:cs typeface="Noto Sans CJK HK"/>
              </a:rPr>
              <a:t xml:space="preserve">為自己的名引導我走義路。</a:t>
            </a:r>
            <a:endParaRPr lang="zh-HK"/>
          </a:p>
        </txBody>
      </sp>
    </spTree>
  </cSld>
  <clrMapOvr>
    <a:masterClrMapping/>
  </clrMapOvr>
</sld>
</file>

<file path=ppt/theme/theme1.xml><?xml version="1.0" encoding="utf-8"?>
<theme xmlns="http://schemas.openxmlformats.org/drawingml/2006/main" name="Worship">
  <themeElements>
    <clrScheme name="Worship">
      <dk1>
        <srgbClr val="000000"/>
      </dk1>
      <lt1>
        <srgbClr val="FFFFFF"/>
      </lt1>
      <dk2>
        <srgbClr val="263A32"/>
      </dk2>
      <lt2>
        <srgbClr val="F6F7F2"/>
      </lt2>
      <accent1>
        <srgbClr val="426B54"/>
      </accent1>
      <accent2>
        <srgbClr val="7C9D83"/>
      </accent2>
      <accent3>
        <srgbClr val="D7C7A2"/>
      </accent3>
      <accent4>
        <srgbClr val="587E84"/>
      </accent4>
      <accent5>
        <srgbClr val="997C69"/>
      </accent5>
      <accent6>
        <srgbClr val="B4C7A2"/>
      </accent6>
      <hlink>
        <srgbClr val="426B54"/>
      </hlink>
      <folHlink>
        <srgbClr val="738077"/>
      </folHlink>
    </clrScheme>
    <fontScheme name="Worship">
      <majorFont>
        <latin typeface="Noto Sans CJK HK"/>
        <ea typeface="Noto Sans CJK HK"/>
        <cs typeface="Noto Sans CJK HK"/>
      </majorFont>
      <minorFont>
        <latin typeface="Noto Sans CJK HK"/>
        <ea typeface="Noto Sans CJK HK"/>
        <cs typeface="Noto Sans CJK HK"/>
      </minorFont>
    </fontScheme>
    <fmtScheme name="Worship">
      <fillStyleLst>
        <solidFill>
          <srgbClr val="FFFFFF"/>
        </solidFill>
        <solidFill>
          <srgbClr val="FFFFFF"/>
        </solidFill>
        <solidFill>
          <srgbClr val="FFFFFF"/>
        </solidFill>
      </fillStyleLst>
      <lnStyleLst>
        <ln w="9525">
          <solidFill>
            <srgbClr val="FFFFFF"/>
          </solidFill>
          <prstDash val="solid"/>
        </ln>
        <ln w="19050">
          <solidFill>
            <srgbClr val="FFFFFF"/>
          </solidFill>
          <prstDash val="solid"/>
        </ln>
        <ln w="28575">
          <solidFill>
            <srgbClr val="FFFFFF"/>
          </solidFill>
          <prstDash val="solid"/>
        </ln>
      </lnStyleLst>
      <effectStyleLst>
        <effectStyle>
          <effectLst/>
        </effectStyle>
        <effectStyle>
          <effectLst/>
        </effectStyle>
        <effectStyle>
          <effectLst/>
        </effectStyle>
      </effectStyleLst>
      <bgFillStyleLst>
        <solidFill>
          <srgbClr val="FFFFFF"/>
        </solidFill>
        <solidFill>
          <srgbClr val="FFFFFF"/>
        </solidFill>
        <solidFill>
          <srgbClr val="FFFFFF"/>
        </solidFill>
      </bgFillStyleLst>
    </fmtScheme>
  </themeElements>
</theme>
</file>

<file path=docProps/app.xml><?xml version="1.0" encoding="utf-8"?>
<Properties xmlns="http://schemas.openxmlformats.org/officeDocument/2006/extended-properties">
  <Application>Worship PPTX</Application>
  <PresentationFormat>On-screen Show (16:9)</PresentationFormat>
  <Slides>16</Slides>
</Properties>
</file>

<file path=docProps/core.xml><?xml version="1.0" encoding="utf-8"?>
<coreProperties xmlns:dc="http://purl.org/dc/elements/1.1/" xmlns="http://schemas.openxmlformats.org/package/2006/metadata/core-properties">
  <dc:title>主日敬拜</dc:title>
  <dc:creator>Worship PPTX</dc:creator>
</coreProperties>
</file>