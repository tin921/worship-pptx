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Default Extension="fntdata" ContentType="application/x-fontdata"/>
</Types>
</file>

<file path=_rels/.rels>&#65279;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 />
  <Relationship Id="rId2" Type="http://schemas.openxmlformats.org/package/2006/relationships/metadata/core-properties" Target="docProps/core.xml" />
  <Relationship Id="rId3" Type="http://schemas.openxmlformats.org/officeDocument/2006/relationships/extended-properties" Target="docProps/app.xml" />
</Relationships>
</file>

<file path=ppt/presentation.xml><?xml version="1.0" encoding="utf-8"?>
<presentation xmlns:a="http://schemas.openxmlformats.org/drawingml/2006/main" xmlns:r="http://schemas.openxmlformats.org/officeDocument/2006/relationships" xmlns="http://schemas.openxmlformats.org/presentationml/2006/main" embedTrueTypeFonts="1" saveSubsetFonts="0">
  <sldMasterIdLst>
    <sldMasterId id="2147483648" r:id="rIdMaster"/>
  </sldMasterIdLst>
  <sldIdLst>
    <sldId id="256" r:id="rId1"/>
    <sldId id="257" r:id="rId2"/>
    <sldId id="258" r:id="rId3"/>
    <sldId id="259" r:id="rId4"/>
    <sldId id="260" r:id="rId5"/>
    <sldId id="261" r:id="rId6"/>
    <sldId id="262" r:id="rId7"/>
    <sldId id="263" r:id="rId8"/>
    <sldId id="264" r:id="rId9"/>
    <sldId id="265" r:id="rId10"/>
    <sldId id="266" r:id="rId11"/>
    <sldId id="267" r:id="rId12"/>
    <sldId id="268" r:id="rId13"/>
    <sldId id="269" r:id="rId14"/>
    <sldId id="270" r:id="rId15"/>
    <sldId id="271" r:id="rId16"/>
    <sldId id="272" r:id="rId17"/>
    <sldId id="273" r:id="rId18"/>
    <sldId id="274" r:id="rId19"/>
  </sldIdLst>
  <sldSz cx="12192000" cy="6858000" type="screen16x9"/>
  <notesSz cx="6858000" cy="9144000"/>
  <embeddedFontLst>
    <embeddedFont>
      <font typeface="Noto Sans CJK HK"/>
      <regular r:id="rIdFont1"/>
    </embeddedFont>
  </embeddedFontLst>
  <defaultTextStyle/>
</presentation>
</file>

<file path=ppt/_rels/presentation.xml.rels>&#65279;<?xml version="1.0" encoding="utf-8" standalone="yes"?>
<Relationships xmlns="http://schemas.openxmlformats.org/package/2006/relationships">
  <Relationship Id="rIdMaster" Type="http://schemas.openxmlformats.org/officeDocument/2006/relationships/slideMaster" Target="slideMasters/slideMaster1.xml" />
  <Relationship Id="rId1" Type="http://schemas.openxmlformats.org/officeDocument/2006/relationships/slide" Target="slides/slide1.xml" />
  <Relationship Id="rId2" Type="http://schemas.openxmlformats.org/officeDocument/2006/relationships/slide" Target="slides/slide2.xml" />
  <Relationship Id="rId3" Type="http://schemas.openxmlformats.org/officeDocument/2006/relationships/slide" Target="slides/slide3.xml" />
  <Relationship Id="rId4" Type="http://schemas.openxmlformats.org/officeDocument/2006/relationships/slide" Target="slides/slide4.xml" />
  <Relationship Id="rId5" Type="http://schemas.openxmlformats.org/officeDocument/2006/relationships/slide" Target="slides/slide5.xml" />
  <Relationship Id="rId6" Type="http://schemas.openxmlformats.org/officeDocument/2006/relationships/slide" Target="slides/slide6.xml" />
  <Relationship Id="rId7" Type="http://schemas.openxmlformats.org/officeDocument/2006/relationships/slide" Target="slides/slide7.xml" />
  <Relationship Id="rId8" Type="http://schemas.openxmlformats.org/officeDocument/2006/relationships/slide" Target="slides/slide8.xml" />
  <Relationship Id="rId9" Type="http://schemas.openxmlformats.org/officeDocument/2006/relationships/slide" Target="slides/slide9.xml" />
  <Relationship Id="rId10" Type="http://schemas.openxmlformats.org/officeDocument/2006/relationships/slide" Target="slides/slide10.xml" />
  <Relationship Id="rId11" Type="http://schemas.openxmlformats.org/officeDocument/2006/relationships/slide" Target="slides/slide11.xml" />
  <Relationship Id="rId12" Type="http://schemas.openxmlformats.org/officeDocument/2006/relationships/slide" Target="slides/slide12.xml" />
  <Relationship Id="rId13" Type="http://schemas.openxmlformats.org/officeDocument/2006/relationships/slide" Target="slides/slide13.xml" />
  <Relationship Id="rId14" Type="http://schemas.openxmlformats.org/officeDocument/2006/relationships/slide" Target="slides/slide14.xml" />
  <Relationship Id="rId15" Type="http://schemas.openxmlformats.org/officeDocument/2006/relationships/slide" Target="slides/slide15.xml" />
  <Relationship Id="rId16" Type="http://schemas.openxmlformats.org/officeDocument/2006/relationships/slide" Target="slides/slide16.xml" />
  <Relationship Id="rId17" Type="http://schemas.openxmlformats.org/officeDocument/2006/relationships/slide" Target="slides/slide17.xml" />
  <Relationship Id="rId18" Type="http://schemas.openxmlformats.org/officeDocument/2006/relationships/slide" Target="slides/slide18.xml" />
  <Relationship Id="rId19" Type="http://schemas.openxmlformats.org/officeDocument/2006/relationships/slide" Target="slides/slide19.xml" />
  <Relationship Id="rIdFont1" Type="http://schemas.openxmlformats.org/officeDocument/2006/relationships/font" Target="fonts/font1.fntdata" />
</Relationships>
</file>

<file path=ppt/slideLayouts/_rels/slideLayout1.xml.rels>&#65279;<?xml version="1.0" encoding="utf-8" standalone="yes"?>
<Relationships xmlns="http://schemas.openxmlformats.org/package/2006/relationships">
  <Relationship Id="rIdMaster" Type="http://schemas.openxmlformats.org/officeDocument/2006/relationships/slideMaster" Target="../slideMasters/slideMaster1.xml" />
</Relationships>
</file>

<file path=ppt/slideLayouts/slideLayout1.xml><?xml version="1.0" encoding="utf-8"?>
<sldLayout xmlns:a="http://schemas.openxmlformats.org/drawingml/2006/main" xmlns="http://schemas.openxmlformats.org/presentationml/2006/main" type="blank" preserve="1">
  <cSld name="Blank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</spTree>
  </cSld>
  <clrMapOvr>
    <a:masterClrMapping/>
  </clrMapOvr>
</sldLayout>
</file>

<file path=ppt/slideMasters/_rels/slideMaster1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Theme" Type="http://schemas.openxmlformats.org/officeDocument/2006/relationships/theme" Target="../theme/theme1.xml" />
</Relationships>
</file>

<file path=ppt/slideMasters/slideMaster1.xml><?xml version="1.0" encoding="utf-8"?>
<sldMaster xmlns:a="http://schemas.openxmlformats.org/drawingml/2006/main" xmlns:r="http://schemas.openxmlformats.org/officeDocument/2006/relationships" xmlns="http://schemas.openxmlformats.org/presentationml/2006/main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</spTree>
  </cSld>
  <clrMap bg1="lt1" tx1="dk1" bg2="lt2" tx2="dk2" accent1="accent1" accent2="accent2" accent3="accent3" accent4="accent4" accent5="accent5" accent6="accent6" hlink="hlink" folHlink="folHlink"/>
  <sldLayoutIdLst>
    <sldLayoutId id="2147483649" r:id="rIdLayout"/>
  </sldLayoutIdLst>
  <txStyles>
    <titleStyle/>
    <bodyStyle/>
    <otherStyle/>
  </txStyles>
</sldMaster>
</file>

<file path=ppt/slides/_rels/slide1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1.png" />
</Relationships>
</file>

<file path=ppt/slides/_rels/slide2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1.png" />
</Relationships>
</file>

<file path=ppt/slides/_rels/slide3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4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5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6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7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2.png" />
</Relationships>
</file>

<file path=ppt/slides/_rels/slide8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3.png" />
</Relationships>
</file>

<file path=ppt/slides/_rels/slide9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3.png" />
</Relationships>
</file>

<file path=ppt/slides/_rels/slide10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3.png" />
</Relationships>
</file>

<file path=ppt/slides/_rels/slide11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3.png" />
</Relationships>
</file>

<file path=ppt/slides/_rels/slide12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3.png" />
</Relationships>
</file>

<file path=ppt/slides/_rels/slide13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1.png" />
</Relationships>
</file>

<file path=ppt/slides/_rels/slide14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1.png" />
</Relationships>
</file>

<file path=ppt/slides/_rels/slide15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1.png" />
</Relationships>
</file>

<file path=ppt/slides/_rels/slide16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1.png" />
</Relationships>
</file>

<file path=ppt/slides/_rels/slide17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1.png" />
</Relationships>
</file>

<file path=ppt/slides/_rels/slide18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3.png" />
</Relationships>
</file>

<file path=ppt/slides/_rels/slide19.xml.rels>&#65279;<?xml version="1.0" encoding="utf-8" standalone="yes"?>
<Relationships xmlns="http://schemas.openxmlformats.org/package/2006/relationships">
  <Relationship Id="rIdLayout" Type="http://schemas.openxmlformats.org/officeDocument/2006/relationships/slideLayout" Target="../slideLayouts/slideLayout1.xml" />
  <Relationship Id="rIdImage" Type="http://schemas.openxmlformats.org/officeDocument/2006/relationships/image" Target="../media/image3.png" />
</Relationships>
</file>

<file path=ppt/slides/slide1.xml><?xml version="1.0" encoding="utf-8"?>
<sld xmlns:a="http://schemas.openxmlformats.org/drawingml/2006/main" xmlns:r="http://schemas.openxmlformats.org/officeDocument/2006/relationships" xmlns="http://schemas.openxmlformats.org/presentationml/2006/main">
  <cSld name="宣召經文 — 經文／公告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704850"/>
            <a:ext cx="10820400" cy="6286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6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詩篇 100:1–2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333500"/>
            <a:ext cx="10820400" cy="6286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6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/>
            </a:r>
            <a:endParaRPr lang="zh-HK"/>
          </a:p>
        </txBody>
      </sp>
      <sp>
        <nvSpPr>
          <cNvPr id="6" name="Text 6"/>
          <cNvSpPr txBox="1"/>
          <nvPr/>
        </nvSpPr>
        <spPr>
          <a:xfrm>
            <a:off x="685800" y="1962150"/>
            <a:ext cx="10820400" cy="6286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6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普天下當向耶和華歡呼！</a:t>
            </a:r>
            <a:endParaRPr lang="zh-HK"/>
          </a:p>
        </txBody>
      </sp>
      <sp>
        <nvSpPr>
          <cNvPr id="7" name="Text 7"/>
          <cNvSpPr txBox="1"/>
          <nvPr/>
        </nvSpPr>
        <spPr>
          <a:xfrm>
            <a:off x="685800" y="2590800"/>
            <a:ext cx="10820400" cy="6286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6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你們當樂意事奉耶和華，</a:t>
            </a:r>
            <a:endParaRPr lang="zh-HK"/>
          </a:p>
        </txBody>
      </sp>
    </spTree>
  </cSld>
  <clrMapOvr>
    <a:masterClrMapping/>
  </clrMapOvr>
</sld>
</file>

<file path=ppt/slides/slide2.xml><?xml version="1.0" encoding="utf-8"?>
<sld xmlns:a="http://schemas.openxmlformats.org/drawingml/2006/main" xmlns:r="http://schemas.openxmlformats.org/officeDocument/2006/relationships" xmlns="http://schemas.openxmlformats.org/presentationml/2006/main">
  <cSld name="宣召經文 — 經文／公告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1647825"/>
            <a:ext cx="10820400" cy="6286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6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當來向他歌唱！</a:t>
            </a:r>
            <a:endParaRPr lang="zh-HK"/>
          </a:p>
        </txBody>
      </sp>
    </spTree>
  </cSld>
  <clrMapOvr>
    <a:masterClrMapping/>
  </clrMapOvr>
</sld>
</file>

<file path=ppt/slides/slide3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歌名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982345"/>
            <a:ext cx="10820400" cy="11176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64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同心頌讚</a:t>
            </a:r>
            <a:endParaRPr lang="zh-HK"/>
          </a:p>
        </txBody>
      </sp>
      <sp>
        <nvSpPr>
          <cNvPr id="20" name="Text 20"/>
          <cNvSpPr txBox="1"/>
          <nvPr/>
        </nvSpPr>
        <spPr>
          <a:xfrm>
            <a:off x="685800" y="2606040"/>
            <a:ext cx="10820400" cy="67056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384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原創示例歌詞 · 可自由使用</a:t>
            </a:r>
            <a:endParaRPr lang="zh-HK"/>
          </a:p>
        </txBody>
      </sp>
    </spTree>
  </cSld>
  <clrMapOvr>
    <a:masterClrMapping/>
  </clrMapOvr>
</sld>
</file>

<file path=ppt/slides/slide4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V1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7048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今天聚集在主跟前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9621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同心獻上感恩頌讚</a:t>
            </a:r>
            <a:endParaRPr lang="zh-HK"/>
          </a:p>
        </txBody>
      </sp>
      <sp>
        <nvSpPr>
          <cNvPr id="50000" name="Section tag"/>
          <cNvSpPr txBox="1"/>
          <nvPr/>
        </nvSpPr>
        <spPr>
          <a:xfrm>
            <a:off x="11449050" y="6248400"/>
            <a:ext cx="438150" cy="304800"/>
          </a:xfrm>
          <a:prstGeom prst="rect">
            <a:avLst/>
          </a:prstGeom>
          <a:solidFill>
            <a:srgbClr val="ECEEEC"/>
          </a:solidFill>
          <a:ln>
            <a:noFill/>
          </a:ln>
        </spPr>
        <txBody>
          <a:bodyPr wrap="none" lIns="114300" rIns="11430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1500" b="0" dirty="0">
                <a:solidFill>
                  <a:srgbClr val="38483E"/>
                </a:solidFill>
                <a:latin typeface="Noto Sans CJK HK"/>
                <a:ea typeface="Noto Sans CJK HK"/>
                <a:cs typeface="Noto Sans CJK HK"/>
              </a:rPr>
              <a:t xml:space="preserve">v1</a:t>
            </a:r>
            <a:endParaRPr lang="zh-HK"/>
          </a:p>
        </txBody>
      </sp>
    </spTree>
  </cSld>
  <clrMapOvr>
    <a:masterClrMapping/>
  </clrMapOvr>
</sld>
</file>

<file path=ppt/slides/slide5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7048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願我一生為祢而活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9621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讓祢的愛充滿我心</a:t>
            </a:r>
            <a:endParaRPr lang="zh-HK"/>
          </a:p>
        </txBody>
      </sp>
      <sp>
        <nvSpPr>
          <cNvPr id="50000" name="Section tag"/>
          <cNvSpPr txBox="1"/>
          <nvPr/>
        </nvSpPr>
        <spPr>
          <a:xfrm>
            <a:off x="11553825" y="6248400"/>
            <a:ext cx="333375" cy="304800"/>
          </a:xfrm>
          <a:prstGeom prst="rect">
            <a:avLst/>
          </a:prstGeom>
          <a:solidFill>
            <a:srgbClr val="ECEEEC"/>
          </a:solidFill>
          <a:ln>
            <a:noFill/>
          </a:ln>
        </spPr>
        <txBody>
          <a:bodyPr wrap="none" lIns="114300" rIns="11430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1500" b="0" dirty="0">
                <a:solidFill>
                  <a:srgbClr val="38483E"/>
                </a:solidFill>
                <a:latin typeface="Noto Sans CJK HK"/>
                <a:ea typeface="Noto Sans CJK HK"/>
                <a:cs typeface="Noto Sans CJK HK"/>
              </a:rPr>
              <a:t xml:space="preserve">c</a:t>
            </a:r>
            <a:endParaRPr lang="zh-HK"/>
          </a:p>
        </txBody>
      </sp>
    </spTree>
  </cSld>
  <clrMapOvr>
    <a:masterClrMapping/>
  </clrMapOvr>
</sld>
</file>

<file path=ppt/slides/slide6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V2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7048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在睏倦裡祢賜盼望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9621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前路有祢不再孤單</a:t>
            </a:r>
            <a:endParaRPr lang="zh-HK"/>
          </a:p>
        </txBody>
      </sp>
      <sp>
        <nvSpPr>
          <cNvPr id="50000" name="Section tag"/>
          <cNvSpPr txBox="1"/>
          <nvPr/>
        </nvSpPr>
        <spPr>
          <a:xfrm>
            <a:off x="11449050" y="6248400"/>
            <a:ext cx="438150" cy="304800"/>
          </a:xfrm>
          <a:prstGeom prst="rect">
            <a:avLst/>
          </a:prstGeom>
          <a:solidFill>
            <a:srgbClr val="ECEEEC"/>
          </a:solidFill>
          <a:ln>
            <a:noFill/>
          </a:ln>
        </spPr>
        <txBody>
          <a:bodyPr wrap="none" lIns="114300" rIns="11430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1500" b="0" dirty="0">
                <a:solidFill>
                  <a:srgbClr val="38483E"/>
                </a:solidFill>
                <a:latin typeface="Noto Sans CJK HK"/>
                <a:ea typeface="Noto Sans CJK HK"/>
                <a:cs typeface="Noto Sans CJK HK"/>
              </a:rPr>
              <a:t xml:space="preserve">v2</a:t>
            </a:r>
            <a:endParaRPr lang="zh-HK"/>
          </a:p>
        </txBody>
      </sp>
    </spTree>
  </cSld>
  <clrMapOvr>
    <a:masterClrMapping/>
  </clrMapOvr>
</sld>
</file>

<file path=ppt/slides/slide7.xml><?xml version="1.0" encoding="utf-8"?>
<sld xmlns:a="http://schemas.openxmlformats.org/drawingml/2006/main" xmlns:r="http://schemas.openxmlformats.org/officeDocument/2006/relationships" xmlns="http://schemas.openxmlformats.org/presentationml/2006/main">
  <cSld name="同心頌讚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7048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願我一生為祢而活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9621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讓祢的愛充滿我心</a:t>
            </a:r>
            <a:endParaRPr lang="zh-HK"/>
          </a:p>
        </txBody>
      </sp>
      <sp>
        <nvSpPr>
          <cNvPr id="50000" name="Section tag"/>
          <cNvSpPr txBox="1"/>
          <nvPr/>
        </nvSpPr>
        <spPr>
          <a:xfrm>
            <a:off x="11553825" y="6248400"/>
            <a:ext cx="333375" cy="304800"/>
          </a:xfrm>
          <a:prstGeom prst="rect">
            <a:avLst/>
          </a:prstGeom>
          <a:solidFill>
            <a:srgbClr val="ECEEEC"/>
          </a:solidFill>
          <a:ln>
            <a:noFill/>
          </a:ln>
        </spPr>
        <txBody>
          <a:bodyPr wrap="none" lIns="114300" rIns="11430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1500" b="0" dirty="0">
                <a:solidFill>
                  <a:srgbClr val="38483E"/>
                </a:solidFill>
                <a:latin typeface="Noto Sans CJK HK"/>
                <a:ea typeface="Noto Sans CJK HK"/>
                <a:cs typeface="Noto Sans CJK HK"/>
              </a:rPr>
              <a:t xml:space="preserve">c</a:t>
            </a:r>
            <a:endParaRPr lang="zh-HK"/>
          </a:p>
        </txBody>
      </sp>
    </spTree>
  </cSld>
  <clrMapOvr>
    <a:masterClrMapping/>
  </clrMapOvr>
</sld>
</file>

<file path=ppt/slides/slide8.xml><?xml version="1.0" encoding="utf-8"?>
<sld xmlns:a="http://schemas.openxmlformats.org/drawingml/2006/main" xmlns:r="http://schemas.openxmlformats.org/officeDocument/2006/relationships" xmlns="http://schemas.openxmlformats.org/presentationml/2006/main">
  <cSld name="恩典引路 — 歌名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870585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恩典引路</a:t>
            </a:r>
            <a:endParaRPr lang="zh-HK"/>
          </a:p>
        </txBody>
      </sp>
      <sp>
        <nvSpPr>
          <cNvPr id="20" name="Text 20"/>
          <cNvSpPr txBox="1"/>
          <nvPr/>
        </nvSpPr>
        <spPr>
          <a:xfrm>
            <a:off x="685800" y="2522220"/>
            <a:ext cx="10820400" cy="75438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32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原創示例歌詞 · 可自由使用</a:t>
            </a:r>
            <a:endParaRPr lang="zh-HK"/>
          </a:p>
        </txBody>
      </sp>
    </spTree>
  </cSld>
  <clrMapOvr>
    <a:masterClrMapping/>
  </clrMapOvr>
</sld>
</file>

<file path=ppt/slides/slide9.xml><?xml version="1.0" encoding="utf-8"?>
<sld xmlns:a="http://schemas.openxmlformats.org/drawingml/2006/main" xmlns:r="http://schemas.openxmlformats.org/officeDocument/2006/relationships" xmlns="http://schemas.openxmlformats.org/presentationml/2006/main">
  <cSld name="恩典引路 — V1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7048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祢的恩典伴我前行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9621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每個清晨都有新盼望</a:t>
            </a:r>
            <a:endParaRPr lang="zh-HK"/>
          </a:p>
        </txBody>
      </sp>
      <sp>
        <nvSpPr>
          <cNvPr id="50000" name="Section tag"/>
          <cNvSpPr txBox="1"/>
          <nvPr/>
        </nvSpPr>
        <spPr>
          <a:xfrm>
            <a:off x="11449050" y="6248400"/>
            <a:ext cx="438150" cy="304800"/>
          </a:xfrm>
          <a:prstGeom prst="rect">
            <a:avLst/>
          </a:prstGeom>
          <a:solidFill>
            <a:srgbClr val="ECEEEC"/>
          </a:solidFill>
          <a:ln>
            <a:noFill/>
          </a:ln>
        </spPr>
        <txBody>
          <a:bodyPr wrap="none" lIns="114300" rIns="11430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1500" b="0" dirty="0">
                <a:solidFill>
                  <a:srgbClr val="38483E"/>
                </a:solidFill>
                <a:latin typeface="Noto Sans CJK HK"/>
                <a:ea typeface="Noto Sans CJK HK"/>
                <a:cs typeface="Noto Sans CJK HK"/>
              </a:rPr>
              <a:t xml:space="preserve">v1</a:t>
            </a:r>
            <a:endParaRPr lang="zh-HK"/>
          </a:p>
        </txBody>
      </sp>
    </spTree>
  </cSld>
  <clrMapOvr>
    <a:masterClrMapping/>
  </clrMapOvr>
</sld>
</file>

<file path=ppt/slides/slide10.xml><?xml version="1.0" encoding="utf-8"?>
<sld xmlns:a="http://schemas.openxmlformats.org/drawingml/2006/main" xmlns:r="http://schemas.openxmlformats.org/officeDocument/2006/relationships" xmlns="http://schemas.openxmlformats.org/presentationml/2006/main">
  <cSld name="恩典引路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7048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讓我腳步跟隨祢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9621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一生走在祢的光中</a:t>
            </a:r>
            <a:endParaRPr lang="zh-HK"/>
          </a:p>
        </txBody>
      </sp>
      <sp>
        <nvSpPr>
          <cNvPr id="50000" name="Section tag"/>
          <cNvSpPr txBox="1"/>
          <nvPr/>
        </nvSpPr>
        <spPr>
          <a:xfrm>
            <a:off x="11553825" y="6248400"/>
            <a:ext cx="333375" cy="304800"/>
          </a:xfrm>
          <a:prstGeom prst="rect">
            <a:avLst/>
          </a:prstGeom>
          <a:solidFill>
            <a:srgbClr val="ECEEEC"/>
          </a:solidFill>
          <a:ln>
            <a:noFill/>
          </a:ln>
        </spPr>
        <txBody>
          <a:bodyPr wrap="none" lIns="114300" rIns="11430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1500" b="0" dirty="0">
                <a:solidFill>
                  <a:srgbClr val="38483E"/>
                </a:solidFill>
                <a:latin typeface="Noto Sans CJK HK"/>
                <a:ea typeface="Noto Sans CJK HK"/>
                <a:cs typeface="Noto Sans CJK HK"/>
              </a:rPr>
              <a:t xml:space="preserve">c</a:t>
            </a:r>
            <a:endParaRPr lang="zh-HK"/>
          </a:p>
        </txBody>
      </sp>
    </spTree>
  </cSld>
  <clrMapOvr>
    <a:masterClrMapping/>
  </clrMapOvr>
</sld>
</file>

<file path=ppt/slides/slide11.xml><?xml version="1.0" encoding="utf-8"?>
<sld xmlns:a="http://schemas.openxmlformats.org/drawingml/2006/main" xmlns:r="http://schemas.openxmlformats.org/officeDocument/2006/relationships" xmlns="http://schemas.openxmlformats.org/presentationml/2006/main">
  <cSld name="恩典引路 — V2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7048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縱然路途有風有雨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9621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祢的信實從不曾改變</a:t>
            </a:r>
            <a:endParaRPr lang="zh-HK"/>
          </a:p>
        </txBody>
      </sp>
      <sp>
        <nvSpPr>
          <cNvPr id="50000" name="Section tag"/>
          <cNvSpPr txBox="1"/>
          <nvPr/>
        </nvSpPr>
        <spPr>
          <a:xfrm>
            <a:off x="11449050" y="6248400"/>
            <a:ext cx="438150" cy="304800"/>
          </a:xfrm>
          <a:prstGeom prst="rect">
            <a:avLst/>
          </a:prstGeom>
          <a:solidFill>
            <a:srgbClr val="ECEEEC"/>
          </a:solidFill>
          <a:ln>
            <a:noFill/>
          </a:ln>
        </spPr>
        <txBody>
          <a:bodyPr wrap="none" lIns="114300" rIns="11430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1500" b="0" dirty="0">
                <a:solidFill>
                  <a:srgbClr val="38483E"/>
                </a:solidFill>
                <a:latin typeface="Noto Sans CJK HK"/>
                <a:ea typeface="Noto Sans CJK HK"/>
                <a:cs typeface="Noto Sans CJK HK"/>
              </a:rPr>
              <a:t xml:space="preserve">v2</a:t>
            </a:r>
            <a:endParaRPr lang="zh-HK"/>
          </a:p>
        </txBody>
      </sp>
    </spTree>
  </cSld>
  <clrMapOvr>
    <a:masterClrMapping/>
  </clrMapOvr>
</sld>
</file>

<file path=ppt/slides/slide12.xml><?xml version="1.0" encoding="utf-8"?>
<sld xmlns:a="http://schemas.openxmlformats.org/drawingml/2006/main" xmlns:r="http://schemas.openxmlformats.org/officeDocument/2006/relationships" xmlns="http://schemas.openxmlformats.org/presentationml/2006/main">
  <cSld name="恩典引路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7048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讓我腳步跟隨祢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9621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一生走在祢的光中</a:t>
            </a:r>
            <a:endParaRPr lang="zh-HK"/>
          </a:p>
        </txBody>
      </sp>
      <sp>
        <nvSpPr>
          <cNvPr id="50000" name="Section tag"/>
          <cNvSpPr txBox="1"/>
          <nvPr/>
        </nvSpPr>
        <spPr>
          <a:xfrm>
            <a:off x="11553825" y="6248400"/>
            <a:ext cx="333375" cy="304800"/>
          </a:xfrm>
          <a:prstGeom prst="rect">
            <a:avLst/>
          </a:prstGeom>
          <a:solidFill>
            <a:srgbClr val="ECEEEC"/>
          </a:solidFill>
          <a:ln>
            <a:noFill/>
          </a:ln>
        </spPr>
        <txBody>
          <a:bodyPr wrap="none" lIns="114300" rIns="11430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1500" b="0" dirty="0">
                <a:solidFill>
                  <a:srgbClr val="38483E"/>
                </a:solidFill>
                <a:latin typeface="Noto Sans CJK HK"/>
                <a:ea typeface="Noto Sans CJK HK"/>
                <a:cs typeface="Noto Sans CJK HK"/>
              </a:rPr>
              <a:t xml:space="preserve">c</a:t>
            </a:r>
            <a:endParaRPr lang="zh-HK"/>
          </a:p>
        </txBody>
      </sp>
    </spTree>
  </cSld>
  <clrMapOvr>
    <a:masterClrMapping/>
  </clrMapOvr>
</sld>
</file>

<file path=ppt/slides/slide13.xml><?xml version="1.0" encoding="utf-8"?>
<sld xmlns:a="http://schemas.openxmlformats.org/drawingml/2006/main" xmlns:r="http://schemas.openxmlformats.org/officeDocument/2006/relationships" xmlns="http://schemas.openxmlformats.org/presentationml/2006/main">
  <cSld name="光中前行 — 歌名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870585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光中前行</a:t>
            </a:r>
            <a:endParaRPr lang="zh-HK"/>
          </a:p>
        </txBody>
      </sp>
      <sp>
        <nvSpPr>
          <cNvPr id="20" name="Text 20"/>
          <cNvSpPr txBox="1"/>
          <nvPr/>
        </nvSpPr>
        <spPr>
          <a:xfrm>
            <a:off x="685800" y="2522220"/>
            <a:ext cx="10820400" cy="75438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432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原創示例歌詞 · 可自由使用</a:t>
            </a:r>
            <a:endParaRPr lang="zh-HK"/>
          </a:p>
        </txBody>
      </sp>
    </spTree>
  </cSld>
  <clrMapOvr>
    <a:masterClrMapping/>
  </clrMapOvr>
</sld>
</file>

<file path=ppt/slides/slide14.xml><?xml version="1.0" encoding="utf-8"?>
<sld xmlns:a="http://schemas.openxmlformats.org/drawingml/2006/main" xmlns:r="http://schemas.openxmlformats.org/officeDocument/2006/relationships" xmlns="http://schemas.openxmlformats.org/presentationml/2006/main">
  <cSld name="光中前行 — V1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7048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主祢的話照亮我心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9621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帶我走過寂靜的黑夜</a:t>
            </a:r>
            <a:endParaRPr lang="zh-HK"/>
          </a:p>
        </txBody>
      </sp>
      <sp>
        <nvSpPr>
          <cNvPr id="50000" name="Section tag"/>
          <cNvSpPr txBox="1"/>
          <nvPr/>
        </nvSpPr>
        <spPr>
          <a:xfrm>
            <a:off x="11449050" y="6248400"/>
            <a:ext cx="438150" cy="304800"/>
          </a:xfrm>
          <a:prstGeom prst="rect">
            <a:avLst/>
          </a:prstGeom>
          <a:solidFill>
            <a:srgbClr val="ECEEEC"/>
          </a:solidFill>
          <a:ln>
            <a:noFill/>
          </a:ln>
        </spPr>
        <txBody>
          <a:bodyPr wrap="none" lIns="114300" rIns="11430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1500" b="0" dirty="0">
                <a:solidFill>
                  <a:srgbClr val="38483E"/>
                </a:solidFill>
                <a:latin typeface="Noto Sans CJK HK"/>
                <a:ea typeface="Noto Sans CJK HK"/>
                <a:cs typeface="Noto Sans CJK HK"/>
              </a:rPr>
              <a:t xml:space="preserve">v1</a:t>
            </a:r>
            <a:endParaRPr lang="zh-HK"/>
          </a:p>
        </txBody>
      </sp>
    </spTree>
  </cSld>
  <clrMapOvr>
    <a:masterClrMapping/>
  </clrMapOvr>
</sld>
</file>

<file path=ppt/slides/slide15.xml><?xml version="1.0" encoding="utf-8"?>
<sld xmlns:a="http://schemas.openxmlformats.org/drawingml/2006/main" xmlns:r="http://schemas.openxmlformats.org/officeDocument/2006/relationships" xmlns="http://schemas.openxmlformats.org/presentationml/2006/main">
  <cSld name="光中前行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7048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我要歌唱祢的慈愛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9621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讓全地聽見祢的榮耀</a:t>
            </a:r>
            <a:endParaRPr lang="zh-HK"/>
          </a:p>
        </txBody>
      </sp>
      <sp>
        <nvSpPr>
          <cNvPr id="50000" name="Section tag"/>
          <cNvSpPr txBox="1"/>
          <nvPr/>
        </nvSpPr>
        <spPr>
          <a:xfrm>
            <a:off x="11553825" y="6248400"/>
            <a:ext cx="333375" cy="304800"/>
          </a:xfrm>
          <a:prstGeom prst="rect">
            <a:avLst/>
          </a:prstGeom>
          <a:solidFill>
            <a:srgbClr val="ECEEEC"/>
          </a:solidFill>
          <a:ln>
            <a:noFill/>
          </a:ln>
        </spPr>
        <txBody>
          <a:bodyPr wrap="none" lIns="114300" rIns="11430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1500" b="0" dirty="0">
                <a:solidFill>
                  <a:srgbClr val="38483E"/>
                </a:solidFill>
                <a:latin typeface="Noto Sans CJK HK"/>
                <a:ea typeface="Noto Sans CJK HK"/>
                <a:cs typeface="Noto Sans CJK HK"/>
              </a:rPr>
              <a:t xml:space="preserve">c</a:t>
            </a:r>
            <a:endParaRPr lang="zh-HK"/>
          </a:p>
        </txBody>
      </sp>
    </spTree>
  </cSld>
  <clrMapOvr>
    <a:masterClrMapping/>
  </clrMapOvr>
</sld>
</file>

<file path=ppt/slides/slide16.xml><?xml version="1.0" encoding="utf-8"?>
<sld xmlns:a="http://schemas.openxmlformats.org/drawingml/2006/main" xmlns:r="http://schemas.openxmlformats.org/officeDocument/2006/relationships" xmlns="http://schemas.openxmlformats.org/presentationml/2006/main">
  <cSld name="光中前行 — V2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7048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當我軟弱祢賜力量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9621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每步道路祢與我同行</a:t>
            </a:r>
            <a:endParaRPr lang="zh-HK"/>
          </a:p>
        </txBody>
      </sp>
      <sp>
        <nvSpPr>
          <cNvPr id="50000" name="Section tag"/>
          <cNvSpPr txBox="1"/>
          <nvPr/>
        </nvSpPr>
        <spPr>
          <a:xfrm>
            <a:off x="11449050" y="6248400"/>
            <a:ext cx="438150" cy="304800"/>
          </a:xfrm>
          <a:prstGeom prst="rect">
            <a:avLst/>
          </a:prstGeom>
          <a:solidFill>
            <a:srgbClr val="ECEEEC"/>
          </a:solidFill>
          <a:ln>
            <a:noFill/>
          </a:ln>
        </spPr>
        <txBody>
          <a:bodyPr wrap="none" lIns="114300" rIns="11430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1500" b="0" dirty="0">
                <a:solidFill>
                  <a:srgbClr val="38483E"/>
                </a:solidFill>
                <a:latin typeface="Noto Sans CJK HK"/>
                <a:ea typeface="Noto Sans CJK HK"/>
                <a:cs typeface="Noto Sans CJK HK"/>
              </a:rPr>
              <a:t xml:space="preserve">v2</a:t>
            </a:r>
            <a:endParaRPr lang="zh-HK"/>
          </a:p>
        </txBody>
      </sp>
    </spTree>
  </cSld>
  <clrMapOvr>
    <a:masterClrMapping/>
  </clrMapOvr>
</sld>
</file>

<file path=ppt/slides/slide17.xml><?xml version="1.0" encoding="utf-8"?>
<sld xmlns:a="http://schemas.openxmlformats.org/drawingml/2006/main" xmlns:r="http://schemas.openxmlformats.org/officeDocument/2006/relationships" xmlns="http://schemas.openxmlformats.org/presentationml/2006/main">
  <cSld name="光中前行 — C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7048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我要歌唱祢的慈愛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962150"/>
            <a:ext cx="10820400" cy="125730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7200" b="0" dirty="0">
                <a:solidFill>
                  <a:srgbClr val="FFFFFF"/>
                </a:solidFill>
                <a:latin typeface="Noto Sans CJK HK"/>
                <a:ea typeface="Noto Sans CJK HK"/>
                <a:cs typeface="Noto Sans CJK HK"/>
              </a:rPr>
              <a:t xml:space="preserve">讓全地聽見祢的榮耀</a:t>
            </a:r>
            <a:endParaRPr lang="zh-HK"/>
          </a:p>
        </txBody>
      </sp>
      <sp>
        <nvSpPr>
          <cNvPr id="50000" name="Section tag"/>
          <cNvSpPr txBox="1"/>
          <nvPr/>
        </nvSpPr>
        <spPr>
          <a:xfrm>
            <a:off x="11553825" y="6248400"/>
            <a:ext cx="333375" cy="304800"/>
          </a:xfrm>
          <a:prstGeom prst="rect">
            <a:avLst/>
          </a:prstGeom>
          <a:solidFill>
            <a:srgbClr val="ECEEEC"/>
          </a:solidFill>
          <a:ln>
            <a:noFill/>
          </a:ln>
        </spPr>
        <txBody>
          <a:bodyPr wrap="none" lIns="114300" rIns="11430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1500" b="0" dirty="0">
                <a:solidFill>
                  <a:srgbClr val="38483E"/>
                </a:solidFill>
                <a:latin typeface="Noto Sans CJK HK"/>
                <a:ea typeface="Noto Sans CJK HK"/>
                <a:cs typeface="Noto Sans CJK HK"/>
              </a:rPr>
              <a:t xml:space="preserve">c</a:t>
            </a:r>
            <a:endParaRPr lang="zh-HK"/>
          </a:p>
        </txBody>
      </sp>
    </spTree>
  </cSld>
  <clrMapOvr>
    <a:masterClrMapping/>
  </clrMapOvr>
</sld>
</file>

<file path=ppt/slides/slide18.xml><?xml version="1.0" encoding="utf-8"?>
<sld xmlns:a="http://schemas.openxmlformats.org/drawingml/2006/main" xmlns:r="http://schemas.openxmlformats.org/officeDocument/2006/relationships" xmlns="http://schemas.openxmlformats.org/presentationml/2006/main">
  <cSld name="讀經 — 經文／公告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739775"/>
            <a:ext cx="10820400" cy="4889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8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詩篇 23:1–3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228725"/>
            <a:ext cx="10820400" cy="4889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8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/>
            </a:r>
            <a:endParaRPr lang="zh-HK"/>
          </a:p>
        </txBody>
      </sp>
      <sp>
        <nvSpPr>
          <cNvPr id="6" name="Text 6"/>
          <cNvSpPr txBox="1"/>
          <nvPr/>
        </nvSpPr>
        <spPr>
          <a:xfrm>
            <a:off x="685800" y="1717675"/>
            <a:ext cx="10820400" cy="4889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8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耶和華是我的牧者，我必不致缺乏。</a:t>
            </a:r>
            <a:endParaRPr lang="zh-HK"/>
          </a:p>
        </txBody>
      </sp>
      <sp>
        <nvSpPr>
          <cNvPr id="7" name="Text 7"/>
          <cNvSpPr txBox="1"/>
          <nvPr/>
        </nvSpPr>
        <spPr>
          <a:xfrm>
            <a:off x="685800" y="2206625"/>
            <a:ext cx="10820400" cy="4889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8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他使我躺臥在青草地上，</a:t>
            </a:r>
            <a:endParaRPr lang="zh-HK"/>
          </a:p>
        </txBody>
      </sp>
      <sp>
        <nvSpPr>
          <cNvPr id="8" name="Text 8"/>
          <cNvSpPr txBox="1"/>
          <nvPr/>
        </nvSpPr>
        <spPr>
          <a:xfrm>
            <a:off x="685800" y="2695575"/>
            <a:ext cx="10820400" cy="4889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8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領我在可安歇的水邊。</a:t>
            </a:r>
            <a:endParaRPr lang="zh-HK"/>
          </a:p>
        </txBody>
      </sp>
    </spTree>
  </cSld>
  <clrMapOvr>
    <a:masterClrMapping/>
  </clrMapOvr>
</sld>
</file>

<file path=ppt/slides/slide19.xml><?xml version="1.0" encoding="utf-8"?>
<sld xmlns:a="http://schemas.openxmlformats.org/drawingml/2006/main" xmlns:r="http://schemas.openxmlformats.org/officeDocument/2006/relationships" xmlns="http://schemas.openxmlformats.org/presentationml/2006/main">
  <cSld name="讀經 — 經文／公告"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2" name="Background"/>
          <cNvPicPr>
            <a:picLocks noChangeAspect="1"/>
          </cNvPicPr>
          <nvPr/>
        </nvPicPr>
        <blipFill>
          <a:blip r:embed="rIdImage"/>
          <a:stretch>
            <a:fillRect/>
          </a:stretch>
        </blipFill>
        <spPr>
          <a:xfrm>
            <a:off x="0" y="0"/>
            <a:ext cx="12192000" cy="6858000"/>
          </a:xfrm>
          <a:prstGeom prst="rect">
            <a:avLst/>
          </a:prstGeom>
        </spPr>
      </pic>
      <sp>
        <nvSpPr>
          <cNvPr id="4" name="Text 4"/>
          <cNvSpPr txBox="1"/>
          <nvPr/>
        </nvSpPr>
        <spPr>
          <a:xfrm>
            <a:off x="685800" y="1473200"/>
            <a:ext cx="10820400" cy="4889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8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他使我的靈魂甦醒，</a:t>
            </a:r>
            <a:endParaRPr lang="zh-HK"/>
          </a:p>
        </txBody>
      </sp>
      <sp>
        <nvSpPr>
          <cNvPr id="5" name="Text 5"/>
          <cNvSpPr txBox="1"/>
          <nvPr/>
        </nvSpPr>
        <spPr>
          <a:xfrm>
            <a:off x="685800" y="1962150"/>
            <a:ext cx="10820400" cy="488950"/>
          </a:xfrm>
          <a:prstGeom prst="rect">
            <a:avLst/>
          </a:prstGeom>
          <a:noFill/>
          <a:ln>
            <a:noFill/>
          </a:ln>
        </spPr>
        <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HK" sz="2800" b="0" dirty="0">
                <a:solidFill>
                  <a:srgbClr val="444444"/>
                </a:solidFill>
                <a:latin typeface="Noto Sans CJK HK"/>
                <a:ea typeface="Noto Sans CJK HK"/>
                <a:cs typeface="Noto Sans CJK HK"/>
              </a:rPr>
              <a:t xml:space="preserve">為自己的名引導我走義路。</a:t>
            </a:r>
            <a:endParaRPr lang="zh-HK"/>
          </a:p>
        </txBody>
      </sp>
    </spTree>
  </cSld>
  <clrMapOvr>
    <a:masterClrMapping/>
  </clrMapOvr>
</sld>
</file>

<file path=ppt/theme/theme1.xml><?xml version="1.0" encoding="utf-8"?>
<theme xmlns="http://schemas.openxmlformats.org/drawingml/2006/main" name="Worship">
  <themeElements>
    <clrScheme name="Worship">
      <dk1>
        <srgbClr val="000000"/>
      </dk1>
      <lt1>
        <srgbClr val="FFFFFF"/>
      </lt1>
      <dk2>
        <srgbClr val="263A32"/>
      </dk2>
      <lt2>
        <srgbClr val="F6F7F2"/>
      </lt2>
      <accent1>
        <srgbClr val="426B54"/>
      </accent1>
      <accent2>
        <srgbClr val="7C9D83"/>
      </accent2>
      <accent3>
        <srgbClr val="D7C7A2"/>
      </accent3>
      <accent4>
        <srgbClr val="587E84"/>
      </accent4>
      <accent5>
        <srgbClr val="997C69"/>
      </accent5>
      <accent6>
        <srgbClr val="B4C7A2"/>
      </accent6>
      <hlink>
        <srgbClr val="426B54"/>
      </hlink>
      <folHlink>
        <srgbClr val="738077"/>
      </folHlink>
    </clrScheme>
    <fontScheme name="Worship">
      <majorFont>
        <latin typeface="Noto Sans CJK HK"/>
        <ea typeface="Noto Sans CJK HK"/>
        <cs typeface="Noto Sans CJK HK"/>
      </majorFont>
      <minorFont>
        <latin typeface="Noto Sans CJK HK"/>
        <ea typeface="Noto Sans CJK HK"/>
        <cs typeface="Noto Sans CJK HK"/>
      </minorFont>
    </fontScheme>
    <fmtScheme name="Worship">
      <fillStyleLst>
        <solidFill>
          <srgbClr val="FFFFFF"/>
        </solidFill>
        <solidFill>
          <srgbClr val="FFFFFF"/>
        </solidFill>
        <solidFill>
          <srgbClr val="FFFFFF"/>
        </solidFill>
      </fillStyleLst>
      <lnStyleLst>
        <ln w="9525">
          <solidFill>
            <srgbClr val="FFFFFF"/>
          </solidFill>
          <prstDash val="solid"/>
        </ln>
        <ln w="19050">
          <solidFill>
            <srgbClr val="FFFFFF"/>
          </solidFill>
          <prstDash val="solid"/>
        </ln>
        <ln w="28575">
          <solidFill>
            <srgbClr val="FFFFFF"/>
          </solidFill>
          <prstDash val="solid"/>
        </ln>
      </lnStyleLst>
      <effectStyleLst>
        <effectStyle>
          <effectLst/>
        </effectStyle>
        <effectStyle>
          <effectLst/>
        </effectStyle>
        <effectStyle>
          <effectLst/>
        </effectStyle>
      </effectStyleLst>
      <bgFillStyleLst>
        <solidFill>
          <srgbClr val="FFFFFF"/>
        </solidFill>
        <solidFill>
          <srgbClr val="FFFFFF"/>
        </solidFill>
        <solidFill>
          <srgbClr val="FFFFFF"/>
        </solidFill>
      </bgFillStyleLst>
    </fmtScheme>
  </themeElements>
</theme>
</file>

<file path=docProps/app.xml><?xml version="1.0" encoding="utf-8"?>
<Properties xmlns="http://schemas.openxmlformats.org/officeDocument/2006/extended-properties">
  <Application>Worship PPTX</Application>
  <PresentationFormat>On-screen Show (16:9)</PresentationFormat>
  <Slides>19</Slides>
</Properties>
</file>

<file path=docProps/core.xml><?xml version="1.0" encoding="utf-8"?>
<coreProperties xmlns:dc="http://purl.org/dc/elements/1.1/" xmlns="http://schemas.openxmlformats.org/package/2006/metadata/core-properties">
  <dc:title>主日敬拜</dc:title>
  <dc:creator>Worship PPTX</dc:creator>
</coreProperties>
</file>